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b5b0505a6a45d2" /><Relationship Type="http://schemas.openxmlformats.org/officeDocument/2006/relationships/extended-properties" Target="/docProps/app.xml" Id="Rcc334c7f455f4930" /><Relationship Type="http://schemas.openxmlformats.org/officeDocument/2006/relationships/officeDocument" Target="/ppt/presentation.xml" Id="R57862cf530554915" /></Relationships>
</file>

<file path=ppt/presentation.xml><?xml version="1.0" encoding="utf-8"?>
<p:presentation xmlns:p="http://schemas.openxmlformats.org/presentationml/2006/main">
  <p:sldMasterIdLst>
    <p:sldMasterId xmlns:r="http://schemas.openxmlformats.org/officeDocument/2006/relationships" id="2147483648" r:id="R2d15b81930f54316"/>
  </p:sldMasterIdLst>
  <p:notesMasterIdLst>
    <p:notesMasterId xmlns:r="http://schemas.openxmlformats.org/officeDocument/2006/relationships" r:id="Rf5eceb1483154501"/>
  </p:notesMasterIdLst>
  <p:sldIdLst>
    <p:sldId xmlns:r="http://schemas.openxmlformats.org/officeDocument/2006/relationships" id="256" r:id="Rca986aeab3184d76"/>
    <p:sldId xmlns:r="http://schemas.openxmlformats.org/officeDocument/2006/relationships" id="257" r:id="Rba4e4cc0b4bf4bc6"/>
    <p:sldId xmlns:r="http://schemas.openxmlformats.org/officeDocument/2006/relationships" id="258" r:id="Rdde428a0ee774ef3"/>
    <p:sldId xmlns:r="http://schemas.openxmlformats.org/officeDocument/2006/relationships" id="259" r:id="R4978f60ea75940ea"/>
    <p:sldId xmlns:r="http://schemas.openxmlformats.org/officeDocument/2006/relationships" id="260" r:id="R3d9adea7446648d6"/>
    <p:sldId xmlns:r="http://schemas.openxmlformats.org/officeDocument/2006/relationships" id="261" r:id="R44088800b9a1477e"/>
    <p:sldId xmlns:r="http://schemas.openxmlformats.org/officeDocument/2006/relationships" id="262" r:id="Re18a42be347e4c0f"/>
    <p:sldId xmlns:r="http://schemas.openxmlformats.org/officeDocument/2006/relationships" id="263" r:id="R2775e6753dd34cba"/>
    <p:sldId xmlns:r="http://schemas.openxmlformats.org/officeDocument/2006/relationships" id="264" r:id="Rbb3d8db4ba9f4c70"/>
    <p:sldId xmlns:r="http://schemas.openxmlformats.org/officeDocument/2006/relationships" id="265" r:id="R74bf11767e1a45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57ec816d1349e9" /><Relationship Type="http://schemas.openxmlformats.org/officeDocument/2006/relationships/slideMaster" Target="/ppt/slideMasters/slideMaster1.xml" Id="R2d15b81930f54316" /><Relationship Type="http://schemas.openxmlformats.org/officeDocument/2006/relationships/notesMaster" Target="/ppt/notesMasters/notesMaster1.xml" Id="Rf5eceb1483154501" /><Relationship Type="http://schemas.openxmlformats.org/officeDocument/2006/relationships/presProps" Target="/ppt/presProps.xml" Id="R05fa7892335f4ef9" /><Relationship Type="http://schemas.openxmlformats.org/officeDocument/2006/relationships/tableStyles" Target="/ppt/tableStyles.xml" Id="Rb136c77d798c440b" /><Relationship Type="http://schemas.openxmlformats.org/officeDocument/2006/relationships/slide" Target="/ppt/slides/slide1.xml" Id="Rca986aeab3184d76" /><Relationship Type="http://schemas.openxmlformats.org/officeDocument/2006/relationships/slide" Target="/ppt/slides/slide2.xml" Id="Rba4e4cc0b4bf4bc6" /><Relationship Type="http://schemas.openxmlformats.org/officeDocument/2006/relationships/slide" Target="/ppt/slides/slide3.xml" Id="Rdde428a0ee774ef3" /><Relationship Type="http://schemas.openxmlformats.org/officeDocument/2006/relationships/slide" Target="/ppt/slides/slide4.xml" Id="R4978f60ea75940ea" /><Relationship Type="http://schemas.openxmlformats.org/officeDocument/2006/relationships/slide" Target="/ppt/slides/slide5.xml" Id="R3d9adea7446648d6" /><Relationship Type="http://schemas.openxmlformats.org/officeDocument/2006/relationships/slide" Target="/ppt/slides/slide6.xml" Id="R44088800b9a1477e" /><Relationship Type="http://schemas.openxmlformats.org/officeDocument/2006/relationships/slide" Target="/ppt/slides/slide7.xml" Id="Re18a42be347e4c0f" /><Relationship Type="http://schemas.openxmlformats.org/officeDocument/2006/relationships/slide" Target="/ppt/slides/slide8.xml" Id="R2775e6753dd34cba" /><Relationship Type="http://schemas.openxmlformats.org/officeDocument/2006/relationships/slide" Target="/ppt/slides/slide9.xml" Id="Rbb3d8db4ba9f4c70" /><Relationship Type="http://schemas.openxmlformats.org/officeDocument/2006/relationships/slide" Target="/ppt/slides/slide10.xml" Id="R74bf11767e1a45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691134d32149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8ba0d94c714cc5" /><Relationship Type="http://schemas.openxmlformats.org/officeDocument/2006/relationships/notesMaster" Target="/ppt/notesMasters/notesMaster1.xml" Id="R28d6ebe0646b42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37a750d16b4dc6" /><Relationship Type="http://schemas.openxmlformats.org/officeDocument/2006/relationships/notesMaster" Target="/ppt/notesMasters/notesMaster1.xml" Id="R5c045020963a4d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feb9259dc94264" /><Relationship Type="http://schemas.openxmlformats.org/officeDocument/2006/relationships/notesMaster" Target="/ppt/notesMasters/notesMaster1.xml" Id="Re40c0bd92064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b8e98fba1c422f" /><Relationship Type="http://schemas.openxmlformats.org/officeDocument/2006/relationships/notesMaster" Target="/ppt/notesMasters/notesMaster1.xml" Id="Rc5782b88ffc846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ca91c3f494e8a" /><Relationship Type="http://schemas.openxmlformats.org/officeDocument/2006/relationships/notesMaster" Target="/ppt/notesMasters/notesMaster1.xml" Id="R92f422d6dbff44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a39a7e4c1c4e8c" /><Relationship Type="http://schemas.openxmlformats.org/officeDocument/2006/relationships/notesMaster" Target="/ppt/notesMasters/notesMaster1.xml" Id="R27667adecfc244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76baea33cd4c1c" /><Relationship Type="http://schemas.openxmlformats.org/officeDocument/2006/relationships/notesMaster" Target="/ppt/notesMasters/notesMaster1.xml" Id="R3dd35b4ee8ae4f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b39b2246884d83" /><Relationship Type="http://schemas.openxmlformats.org/officeDocument/2006/relationships/notesMaster" Target="/ppt/notesMasters/notesMaster1.xml" Id="R3114ad33abe84e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26ff6de1e4701" /><Relationship Type="http://schemas.openxmlformats.org/officeDocument/2006/relationships/notesMaster" Target="/ppt/notesMasters/notesMaster1.xml" Id="Re56045b1de4d4d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73b17791ab4875" /><Relationship Type="http://schemas.openxmlformats.org/officeDocument/2006/relationships/notesMaster" Target="/ppt/notesMasters/notesMaster1.xml" Id="Rca24008a5c2248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Recommend a campaign about the intended user’s choices. The adoption and trust barriers are hypotheses carried from the Week 2 personas, not validated customer findings. Company status verified 23 October 2026: https://www.ingendynamics.com/fari.html . First-year means Months 1–12 after internal campaign approval, not a promised launch date. No spend, outreach or publication has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Smarr et al., 2014, International Journal of Social Robotics 6, 229–247. https://doi.org/10.1007/s12369-013-0220-0 . Twenty-one independently living older Americans aged 65–93 took part in interviews and questionnaires. Limited study scope, not a Fari evaluation. Lee and See, 2004, https://doi.org/10.1518/hfes.46.1.50_30392 supports appropriate reliance as a general principle. Sources verified through public abstracts and publisher/repository metadata. Test relevance and understanding before wider 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This is an original working creative proposal, not a claim to exclusive positioning or a cleared trademark. Use a warm adult-to-adult tone and eye-level framing. Avoid guilt, crisis imagery and caregiver dominance. A robot can remain absent from the concept film so that unsupported interactions are not implied. Any later depiction needs product-owner approval and an explicit concept label. The conversation card asks: What help would you welcome? What would you keep doing yourself? What needs explaining before you decide?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All stages describe a planning model, not observed funnel data. Demos are conditional on product readiness, safety review, staffing and an approved availability statement. Before that gate, the next step is concept discussion or a status update. Record unanswered questions. Do not interpret a caregiver’s interest as the older adult’s consent. The hypothesis adapts Week 2 personas and Week 3 Fari pillars.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Older users are the first-touch audience for community materials. Caregivers are the first-touch audience for Instagram, but the creative returns the decision to the parent. Use accessible text and captions, and ask language preferences rather than inferring digital skills or language from age or ethnicity. No media audience data or channel baseline was supplied. A landing page, email consent process and partnerships would need approval and implementation. Existing public Fari page: https://www.ingendynamics.com/fari.html . No hypothetical URL is presented as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Proposed production limit: one core film and one guide initially, then up to two adapted posts per week during a small concept test. Xuan drafts and tracks; a designated product owner verifies claims; a supervisor approves resources and release. These roles are proposed, not assigned commitments. Scope this campaign within the Week 3 portfolio calendar rather than adding volume automatically. Begin organic; paid media requires a separate capped budget and a power-based test plan. If product readiness does not permit demonstrations, use Months 7–12 for research, FAQ refinement and periodic status updates. Do not imply a fixed launch milestone.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Film uses actors and a visible dramatization/concept label. Example dialogue: adult child asks the opening question; parent says “I would like to understand what this could help with. I would want to decide what is shared.” This is proposed copy, not a customer quote. Do not show a functioning privacy control unless verified. Carousel is a conversation aid, not a feature menu. Explainer uses a product-approved paper scenario and distinguishes planned capability from demonstrated evidence. The creative team should deliver a 9:16 film, a four-frame 4:5 carousel and a captioned 16:9 explainer, with source/status copy reviewed before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Chinese title means “Let us hear your view first,” adapting the agency idea into an invitation to listen rather than simply translating “terms.” This is a language and interaction adaptation, not a proven cultural insight. Offer English, simplified Chinese and later traditional Chinese only after intended-reader review. Parents and adult children answer separately before discussing, reducing the assumption that one speaks for the other. Test with three self-selected bilingual family pairs as an initial formative proposal. Ask which language and wording they prefer and whether the card feels respectful. Do not generalize findings. Possible channels are an approved Chinese-language community newsletter or Red Book content for a US audience; no mainland China launch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Proposed comprehension gate is an editorial choice, not an industry benchmark or estimate. Score independently on a common prompt: What stage is Fari at, and who decides whether to explore it? Report counts and exact denominators. Guide downloads need deduplicated event analytics; opted-in questions need a consented record and consistent coding, with unnecessary personal information excluded. Xuan reviews weekly; supervisor reviews monthly. A later A/B test varies only the opening line, holds audience and format constant, and predefines outcome, allocation, baseline, minimum meaningful effect and sample size. No winner or significance is claimed without those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Close by requesting approval of the concept and a limited internal production sprint, not a product launch. This presentation is designed for a five-minute walkthrough, with approximately 300 seconds across all notes. The midpoint evaluation is pending; only the supervisor can complete scores and signatures. Public source register: [I1] https://www.ingendynamics.com/fari.html ; [R1] https://doi.org/10.1007/s12369-013-0220-0 ; [R2] https://doi.org/10.1518/hfes.46.1.50_30392 . Companion files: W04_Campaign_Concept_Briefs.docx and weekly/Wk-04-Log.md.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94e88425364e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6dcc5014324e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2b5cb6ce3d48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1fd311ad8e41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580679bdd047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48c3f3232748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E87FCC-924A-4138-A889-627075087B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AC0974-2647-4C02-A588-316BFC0986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ED1EE9-C087-43D7-8B11-9AADFBAD9A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3124CB-24F5-4BE9-8FB8-918296A585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FA1DCA-88D9-4767-9120-8E1D35672B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7FB722-8FD3-49C2-BF29-6A71D06A19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6AC206-A364-4787-86F3-D5FACB0F15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4EE24E-A6F4-4703-8EEC-B657D37003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5A089E-7C44-473D-8CCE-E5586C6068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945538-C876-4C9F-8240-605FDC191F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c17306dd774ffc" /><Relationship Type="http://schemas.openxmlformats.org/officeDocument/2006/relationships/slideLayout" Target="/ppt/slideLayouts/slideLayout1.xml" Id="Rd187754a83b7427e" /><Relationship Type="http://schemas.openxmlformats.org/officeDocument/2006/relationships/slideLayout" Target="/ppt/slideLayouts/slideLayout2.xml" Id="Rcbf02add00cb4623" /><Relationship Type="http://schemas.openxmlformats.org/officeDocument/2006/relationships/slideLayout" Target="/ppt/slideLayouts/slideLayout3.xml" Id="Rb13eed7f118341d0" /><Relationship Type="http://schemas.openxmlformats.org/officeDocument/2006/relationships/slideLayout" Target="/ppt/slideLayouts/slideLayout4.xml" Id="R7d0a0f837f4f4431" /><Relationship Type="http://schemas.openxmlformats.org/officeDocument/2006/relationships/slideLayout" Target="/ppt/slideLayouts/slideLayout5.xml" Id="Ra6dda418da714c15" /><Relationship Type="http://schemas.openxmlformats.org/officeDocument/2006/relationships/slideLayout" Target="/ppt/slideLayouts/slideLayout6.xml" Id="R09e0eac00c6348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87754a83b7427e"/>
    <p:sldLayoutId xmlns:r="http://schemas.openxmlformats.org/officeDocument/2006/relationships" id="2147483650" r:id="Rcbf02add00cb4623"/>
    <p:sldLayoutId xmlns:r="http://schemas.openxmlformats.org/officeDocument/2006/relationships" id="2147483651" r:id="Rb13eed7f118341d0"/>
    <p:sldLayoutId xmlns:r="http://schemas.openxmlformats.org/officeDocument/2006/relationships" id="2147483652" r:id="R7d0a0f837f4f4431"/>
    <p:sldLayoutId xmlns:r="http://schemas.openxmlformats.org/officeDocument/2006/relationships" id="2147483653" r:id="Ra6dda418da714c15"/>
    <p:sldLayoutId xmlns:r="http://schemas.openxmlformats.org/officeDocument/2006/relationships" id="2147483654" r:id="R09e0eac00c6348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7c824d5b424d40" /><Relationship Type="http://schemas.openxmlformats.org/officeDocument/2006/relationships/notesSlide" Target="/ppt/notesSlides/notesSlide1.xml" Id="Ra56c5299c1ed41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391a3e063649d4" /><Relationship Type="http://schemas.openxmlformats.org/officeDocument/2006/relationships/notesSlide" Target="/ppt/notesSlides/notesSlide2.xml" Id="R68dd8368ed4643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ab135df4b34a6f" /><Relationship Type="http://schemas.openxmlformats.org/officeDocument/2006/relationships/notesSlide" Target="/ppt/notesSlides/notesSlide3.xml" Id="R01556bb6e7f04d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b7d07c0bed4df2" /><Relationship Type="http://schemas.openxmlformats.org/officeDocument/2006/relationships/notesSlide" Target="/ppt/notesSlides/notesSlide4.xml" Id="R57f16cc771624a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70e4eb7b4940ac" /><Relationship Type="http://schemas.openxmlformats.org/officeDocument/2006/relationships/notesSlide" Target="/ppt/notesSlides/notesSlide5.xml" Id="R17b0b59c93b84c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b249eaabbb4896" /><Relationship Type="http://schemas.openxmlformats.org/officeDocument/2006/relationships/notesSlide" Target="/ppt/notesSlides/notesSlide6.xml" Id="R8e5218c5f7874e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69712231514ff8" /><Relationship Type="http://schemas.openxmlformats.org/officeDocument/2006/relationships/notesSlide" Target="/ppt/notesSlides/notesSlide7.xml" Id="R84e2feb54ace4d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63d921acd741fd" /><Relationship Type="http://schemas.openxmlformats.org/officeDocument/2006/relationships/notesSlide" Target="/ppt/notesSlides/notesSlide8.xml" Id="R8f381fc0977c47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5f200ff378420a" /><Relationship Type="http://schemas.openxmlformats.org/officeDocument/2006/relationships/notesSlide" Target="/ppt/notesSlides/notesSlide9.xml" Id="R79ba07e87bf840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427803a9f7497c" /><Relationship Type="http://schemas.openxmlformats.org/officeDocument/2006/relationships/notesSlide" Target="/ppt/notesSlides/notesSlide10.xml" Id="R756ee43c52904736"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14A337-F155-4832-974D-E99AEE178108}"/>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Fari US First Year Campaign</a:t>
            </a:r>
          </a:p>
        </p:txBody>
      </p:sp>
      <p:sp>
        <p:nvSpPr>
          <p:cNvPr id="2" name="">
            <a:extLst xmlns:a="http://schemas.openxmlformats.org/drawingml/2006/main">
              <a:ext uri="{FF2B5EF4-FFF2-40B4-BE49-F238E27FC236}">
                <a16:creationId xmlns:a16="http://schemas.microsoft.com/office/drawing/2014/main" id="{DF7A1805-258B-4CA3-9EA2-70667A8BA6D7}"/>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Working concept: On Your Terms</a:t>
            </a:r>
          </a:p>
        </p:txBody>
      </p:sp>
      <p:sp>
        <p:nvSpPr>
          <p:cNvPr id="3" name="">
            <a:extLst xmlns:a="http://schemas.openxmlformats.org/drawingml/2006/main">
              <a:ext uri="{FF2B5EF4-FFF2-40B4-BE49-F238E27FC236}">
                <a16:creationId xmlns:a16="http://schemas.microsoft.com/office/drawing/2014/main" id="{1A9DF759-C9B8-46E9-90A7-3DB2E26111CB}"/>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1</a:t>
            </a:r>
          </a:p>
        </p:txBody>
      </p:sp>
      <p:sp>
        <p:nvSpPr>
          <p:cNvPr id="4" name="">
            <a:extLst xmlns:a="http://schemas.openxmlformats.org/drawingml/2006/main">
              <a:ext uri="{FF2B5EF4-FFF2-40B4-BE49-F238E27FC236}">
                <a16:creationId xmlns:a16="http://schemas.microsoft.com/office/drawing/2014/main" id="{E54A6D5A-7FB9-452F-BE1B-F66EF3D13645}"/>
              </a:ext>
            </a:extLst>
          </p:cNvPr>
          <p:cNvSpPr>
            <a:spLocks xmlns:a="http://schemas.openxmlformats.org/drawingml/2006/main" noGrp="1"/>
          </p:cNvSpPr>
          <p:nvPr/>
        </p:nvSpPr>
        <p:spPr>
          <a:xfrm xmlns:a="http://schemas.openxmlformats.org/drawingml/2006/main">
            <a:off x="590550" y="2143125"/>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675" b="1">
                <a:solidFill>
                  <a:srgbClr val="183849"/>
                </a:solidFill>
                <a:latin typeface="Arial"/>
                <a:ea typeface="Arial"/>
                <a:cs typeface="Arial"/>
              </a:defRPr>
            </a:defPPr>
            <a:lvl1pPr>
              <a:defRPr sz="3675" b="1">
                <a:solidFill>
                  <a:srgbClr val="183849"/>
                </a:solidFill>
                <a:latin typeface="Arial"/>
                <a:ea typeface="Arial"/>
                <a:cs typeface="Arial"/>
              </a:defRPr>
            </a:lvl1pPr>
            <a:lvl2pPr>
              <a:defRPr sz="3675" b="1">
                <a:solidFill>
                  <a:srgbClr val="183849"/>
                </a:solidFill>
                <a:latin typeface="Arial"/>
                <a:ea typeface="Arial"/>
                <a:cs typeface="Arial"/>
              </a:defRPr>
            </a:lvl2pPr>
            <a:lvl3pPr>
              <a:defRPr sz="3675" b="1">
                <a:solidFill>
                  <a:srgbClr val="183849"/>
                </a:solidFill>
                <a:latin typeface="Arial"/>
                <a:ea typeface="Arial"/>
                <a:cs typeface="Arial"/>
              </a:defRPr>
            </a:lvl3pPr>
            <a:lvl4pPr>
              <a:defRPr sz="3675" b="1">
                <a:solidFill>
                  <a:srgbClr val="183849"/>
                </a:solidFill>
                <a:latin typeface="Arial"/>
                <a:ea typeface="Arial"/>
                <a:cs typeface="Arial"/>
              </a:defRPr>
            </a:lvl4pPr>
            <a:lvl5pPr>
              <a:defRPr sz="3675" b="1">
                <a:solidFill>
                  <a:srgbClr val="183849"/>
                </a:solidFill>
                <a:latin typeface="Arial"/>
                <a:ea typeface="Arial"/>
                <a:cs typeface="Arial"/>
              </a:defRPr>
            </a:lvl5pPr>
            <a:lvl6pPr>
              <a:defRPr sz="3675" b="1">
                <a:solidFill>
                  <a:srgbClr val="183849"/>
                </a:solidFill>
                <a:latin typeface="Arial"/>
                <a:ea typeface="Arial"/>
                <a:cs typeface="Arial"/>
              </a:defRPr>
            </a:lvl6pPr>
            <a:lvl7pPr>
              <a:defRPr sz="3675" b="1">
                <a:solidFill>
                  <a:srgbClr val="183849"/>
                </a:solidFill>
                <a:latin typeface="Arial"/>
                <a:ea typeface="Arial"/>
                <a:cs typeface="Arial"/>
              </a:defRPr>
            </a:lvl7pPr>
            <a:lvl8pPr>
              <a:defRPr sz="3675" b="1">
                <a:solidFill>
                  <a:srgbClr val="183849"/>
                </a:solidFill>
                <a:latin typeface="Arial"/>
                <a:ea typeface="Arial"/>
                <a:cs typeface="Arial"/>
              </a:defRPr>
            </a:lvl8pPr>
            <a:lvl9pPr>
              <a:defRPr sz="3675" b="1">
                <a:solidFill>
                  <a:srgbClr val="183849"/>
                </a:solidFill>
                <a:latin typeface="Arial"/>
                <a:ea typeface="Arial"/>
                <a:cs typeface="Arial"/>
              </a:defRPr>
            </a:lvl9pPr>
          </a:lstStyle>
          <a:p xmlns:a="http://schemas.openxmlformats.org/drawingml/2006/main">
            <a:pPr>
              <a:defRPr sz="3675" b="1">
                <a:solidFill>
                  <a:srgbClr val="183849"/>
                </a:solidFill>
                <a:latin typeface="Arial"/>
                <a:ea typeface="Arial"/>
                <a:cs typeface="Arial"/>
              </a:defRPr>
            </a:pPr>
            <a:r>
              <a:rPr sz="3675" b="1">
                <a:solidFill>
                  <a:srgbClr val="183849"/>
                </a:solidFill>
                <a:latin typeface="Arial"/>
                <a:ea typeface="Arial"/>
                <a:cs typeface="Arial"/>
              </a:rPr>
              <a:t>The first marketing task is to make</a:t>
            </a:r>
          </a:p>
          <a:p xmlns:a="http://schemas.openxmlformats.org/drawingml/2006/main">
            <a:pPr>
              <a:defRPr sz="3675" b="1">
                <a:solidFill>
                  <a:srgbClr val="183849"/>
                </a:solidFill>
                <a:latin typeface="Arial"/>
                <a:ea typeface="Arial"/>
                <a:cs typeface="Arial"/>
              </a:defRPr>
            </a:pPr>
            <a:r>
              <a:rPr sz="3675" b="1">
                <a:solidFill>
                  <a:srgbClr val="183849"/>
                </a:solidFill>
                <a:latin typeface="Arial"/>
                <a:ea typeface="Arial"/>
                <a:cs typeface="Arial"/>
              </a:rPr>
              <a:t>a family decision easier to explore.</a:t>
            </a:r>
          </a:p>
        </p:txBody>
      </p:sp>
      <p:sp>
        <p:nvSpPr>
          <p:cNvPr id="5" name="">
            <a:extLst xmlns:a="http://schemas.openxmlformats.org/drawingml/2006/main">
              <a:ext uri="{FF2B5EF4-FFF2-40B4-BE49-F238E27FC236}">
                <a16:creationId xmlns:a16="http://schemas.microsoft.com/office/drawing/2014/main" id="{991FB064-37D8-4FDA-AA7B-A9884E9107B1}"/>
              </a:ext>
            </a:extLst>
          </p:cNvPr>
          <p:cNvSpPr>
            <a:spLocks xmlns:a="http://schemas.openxmlformats.org/drawingml/2006/main" noGrp="1"/>
          </p:cNvSpPr>
          <p:nvPr/>
        </p:nvSpPr>
        <p:spPr>
          <a:xfrm xmlns:a="http://schemas.openxmlformats.org/drawingml/2006/main">
            <a:off x="590550" y="400050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176D69"/>
                </a:solidFill>
                <a:latin typeface="Arial"/>
                <a:ea typeface="Arial"/>
                <a:cs typeface="Arial"/>
              </a:defRPr>
            </a:defPPr>
            <a:lvl1pPr>
              <a:defRPr sz="1875" b="1">
                <a:solidFill>
                  <a:srgbClr val="176D69"/>
                </a:solidFill>
                <a:latin typeface="Arial"/>
                <a:ea typeface="Arial"/>
                <a:cs typeface="Arial"/>
              </a:defRPr>
            </a:lvl1pPr>
            <a:lvl2pPr>
              <a:defRPr sz="1875" b="1">
                <a:solidFill>
                  <a:srgbClr val="176D69"/>
                </a:solidFill>
                <a:latin typeface="Arial"/>
                <a:ea typeface="Arial"/>
                <a:cs typeface="Arial"/>
              </a:defRPr>
            </a:lvl2pPr>
            <a:lvl3pPr>
              <a:defRPr sz="1875" b="1">
                <a:solidFill>
                  <a:srgbClr val="176D69"/>
                </a:solidFill>
                <a:latin typeface="Arial"/>
                <a:ea typeface="Arial"/>
                <a:cs typeface="Arial"/>
              </a:defRPr>
            </a:lvl3pPr>
            <a:lvl4pPr>
              <a:defRPr sz="1875" b="1">
                <a:solidFill>
                  <a:srgbClr val="176D69"/>
                </a:solidFill>
                <a:latin typeface="Arial"/>
                <a:ea typeface="Arial"/>
                <a:cs typeface="Arial"/>
              </a:defRPr>
            </a:lvl4pPr>
            <a:lvl5pPr>
              <a:defRPr sz="1875" b="1">
                <a:solidFill>
                  <a:srgbClr val="176D69"/>
                </a:solidFill>
                <a:latin typeface="Arial"/>
                <a:ea typeface="Arial"/>
                <a:cs typeface="Arial"/>
              </a:defRPr>
            </a:lvl5pPr>
            <a:lvl6pPr>
              <a:defRPr sz="1875" b="1">
                <a:solidFill>
                  <a:srgbClr val="176D69"/>
                </a:solidFill>
                <a:latin typeface="Arial"/>
                <a:ea typeface="Arial"/>
                <a:cs typeface="Arial"/>
              </a:defRPr>
            </a:lvl6pPr>
            <a:lvl7pPr>
              <a:defRPr sz="1875" b="1">
                <a:solidFill>
                  <a:srgbClr val="176D69"/>
                </a:solidFill>
                <a:latin typeface="Arial"/>
                <a:ea typeface="Arial"/>
                <a:cs typeface="Arial"/>
              </a:defRPr>
            </a:lvl7pPr>
            <a:lvl8pPr>
              <a:defRPr sz="1875" b="1">
                <a:solidFill>
                  <a:srgbClr val="176D69"/>
                </a:solidFill>
                <a:latin typeface="Arial"/>
                <a:ea typeface="Arial"/>
                <a:cs typeface="Arial"/>
              </a:defRPr>
            </a:lvl8pPr>
            <a:lvl9pPr>
              <a:defRPr sz="1875" b="1">
                <a:solidFill>
                  <a:srgbClr val="176D69"/>
                </a:solidFill>
                <a:latin typeface="Arial"/>
                <a:ea typeface="Arial"/>
                <a:cs typeface="Arial"/>
              </a:defRPr>
            </a:lvl9pPr>
          </a:lstStyle>
          <a:p xmlns:a="http://schemas.openxmlformats.org/drawingml/2006/main">
            <a:pPr>
              <a:defRPr sz="1875" b="1">
                <a:solidFill>
                  <a:srgbClr val="176D69"/>
                </a:solidFill>
                <a:latin typeface="Arial"/>
                <a:ea typeface="Arial"/>
                <a:cs typeface="Arial"/>
              </a:defRPr>
            </a:pPr>
            <a:r>
              <a:rPr sz="1875" b="1">
                <a:solidFill>
                  <a:srgbClr val="176D69"/>
                </a:solidFill>
                <a:latin typeface="Arial"/>
                <a:ea typeface="Arial"/>
                <a:cs typeface="Arial"/>
              </a:rPr>
              <a:t>Challenge hypothesis</a:t>
            </a:r>
          </a:p>
        </p:txBody>
      </p:sp>
      <p:sp>
        <p:nvSpPr>
          <p:cNvPr id="6" name="">
            <a:extLst xmlns:a="http://schemas.openxmlformats.org/drawingml/2006/main">
              <a:ext uri="{FF2B5EF4-FFF2-40B4-BE49-F238E27FC236}">
                <a16:creationId xmlns:a16="http://schemas.microsoft.com/office/drawing/2014/main" id="{1EA6C67A-1B86-4912-A46F-D131AA990944}"/>
              </a:ext>
            </a:extLst>
          </p:cNvPr>
          <p:cNvSpPr>
            <a:spLocks xmlns:a="http://schemas.openxmlformats.org/drawingml/2006/main" noGrp="1"/>
          </p:cNvSpPr>
          <p:nvPr/>
        </p:nvSpPr>
        <p:spPr>
          <a:xfrm xmlns:a="http://schemas.openxmlformats.org/drawingml/2006/main">
            <a:off x="590550" y="444817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0">
                <a:solidFill>
                  <a:srgbClr val="183849"/>
                </a:solidFill>
                <a:latin typeface="Arial"/>
                <a:ea typeface="Arial"/>
                <a:cs typeface="Arial"/>
              </a:defRPr>
            </a:defPPr>
            <a:lvl1pPr>
              <a:defRPr sz="2175" b="0">
                <a:solidFill>
                  <a:srgbClr val="183849"/>
                </a:solidFill>
                <a:latin typeface="Arial"/>
                <a:ea typeface="Arial"/>
                <a:cs typeface="Arial"/>
              </a:defRPr>
            </a:lvl1pPr>
            <a:lvl2pPr>
              <a:defRPr sz="2175" b="0">
                <a:solidFill>
                  <a:srgbClr val="183849"/>
                </a:solidFill>
                <a:latin typeface="Arial"/>
                <a:ea typeface="Arial"/>
                <a:cs typeface="Arial"/>
              </a:defRPr>
            </a:lvl2pPr>
            <a:lvl3pPr>
              <a:defRPr sz="2175" b="0">
                <a:solidFill>
                  <a:srgbClr val="183849"/>
                </a:solidFill>
                <a:latin typeface="Arial"/>
                <a:ea typeface="Arial"/>
                <a:cs typeface="Arial"/>
              </a:defRPr>
            </a:lvl3pPr>
            <a:lvl4pPr>
              <a:defRPr sz="2175" b="0">
                <a:solidFill>
                  <a:srgbClr val="183849"/>
                </a:solidFill>
                <a:latin typeface="Arial"/>
                <a:ea typeface="Arial"/>
                <a:cs typeface="Arial"/>
              </a:defRPr>
            </a:lvl4pPr>
            <a:lvl5pPr>
              <a:defRPr sz="2175" b="0">
                <a:solidFill>
                  <a:srgbClr val="183849"/>
                </a:solidFill>
                <a:latin typeface="Arial"/>
                <a:ea typeface="Arial"/>
                <a:cs typeface="Arial"/>
              </a:defRPr>
            </a:lvl5pPr>
            <a:lvl6pPr>
              <a:defRPr sz="2175" b="0">
                <a:solidFill>
                  <a:srgbClr val="183849"/>
                </a:solidFill>
                <a:latin typeface="Arial"/>
                <a:ea typeface="Arial"/>
                <a:cs typeface="Arial"/>
              </a:defRPr>
            </a:lvl6pPr>
            <a:lvl7pPr>
              <a:defRPr sz="2175" b="0">
                <a:solidFill>
                  <a:srgbClr val="183849"/>
                </a:solidFill>
                <a:latin typeface="Arial"/>
                <a:ea typeface="Arial"/>
                <a:cs typeface="Arial"/>
              </a:defRPr>
            </a:lvl7pPr>
            <a:lvl8pPr>
              <a:defRPr sz="2175" b="0">
                <a:solidFill>
                  <a:srgbClr val="183849"/>
                </a:solidFill>
                <a:latin typeface="Arial"/>
                <a:ea typeface="Arial"/>
                <a:cs typeface="Arial"/>
              </a:defRPr>
            </a:lvl8pPr>
            <a:lvl9pPr>
              <a:defRPr sz="2175" b="0">
                <a:solidFill>
                  <a:srgbClr val="183849"/>
                </a:solidFill>
                <a:latin typeface="Arial"/>
                <a:ea typeface="Arial"/>
                <a:cs typeface="Arial"/>
              </a:defRPr>
            </a:lvl9pPr>
          </a:lstStyle>
          <a:p xmlns:a="http://schemas.openxmlformats.org/drawingml/2006/main">
            <a:pPr>
              <a:defRPr sz="2175" b="0">
                <a:solidFill>
                  <a:srgbClr val="183849"/>
                </a:solidFill>
                <a:latin typeface="Arial"/>
                <a:ea typeface="Arial"/>
                <a:cs typeface="Arial"/>
              </a:defRPr>
            </a:pPr>
            <a:r>
              <a:rPr sz="2175" b="0">
                <a:solidFill>
                  <a:srgbClr val="183849"/>
                </a:solidFill>
                <a:latin typeface="Arial"/>
                <a:ea typeface="Arial"/>
                <a:cs typeface="Arial"/>
              </a:rPr>
              <a:t>Older adults may question personal fit. Adult children may seek reassurance before understanding the limits.</a:t>
            </a:r>
          </a:p>
        </p:txBody>
      </p:sp>
      <p:sp>
        <p:nvSpPr>
          <p:cNvPr id="7" name="">
            <a:extLst xmlns:a="http://schemas.openxmlformats.org/drawingml/2006/main">
              <a:ext uri="{FF2B5EF4-FFF2-40B4-BE49-F238E27FC236}">
                <a16:creationId xmlns:a16="http://schemas.microsoft.com/office/drawing/2014/main" id="{1BECD5CF-9220-4F5B-9E2E-CE9F5AF55F99}"/>
              </a:ext>
            </a:extLst>
          </p:cNvPr>
          <p:cNvSpPr>
            <a:spLocks xmlns:a="http://schemas.openxmlformats.org/drawingml/2006/main" noGrp="1"/>
          </p:cNvSpPr>
          <p:nvPr/>
        </p:nvSpPr>
        <p:spPr>
          <a:xfrm xmlns:a="http://schemas.openxmlformats.org/drawingml/2006/main">
            <a:off x="590550" y="562927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Current constraint: Fari is in development and not commercially available. The plan begins with concept learning. [I1]</a:t>
            </a:r>
          </a:p>
        </p:txBody>
      </p:sp>
    </p:spTree>
    <p:extLst>
      <p:ext uri="{BB962C8B-B14F-4D97-AF65-F5344CB8AC3E}">
        <p14:creationId xmlns:p14="http://schemas.microsoft.com/office/powerpoint/2010/main" val="1367513098"/>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B29482-4C93-4A9F-A2CF-9E653BDACA61}"/>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Evidence supports a specific choice</a:t>
            </a:r>
          </a:p>
        </p:txBody>
      </p:sp>
      <p:sp>
        <p:nvSpPr>
          <p:cNvPr id="2" name="">
            <a:extLst xmlns:a="http://schemas.openxmlformats.org/drawingml/2006/main">
              <a:ext uri="{FF2B5EF4-FFF2-40B4-BE49-F238E27FC236}">
                <a16:creationId xmlns:a16="http://schemas.microsoft.com/office/drawing/2014/main" id="{3D3A2F92-F1A5-49AD-9688-81B2CDC94108}"/>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A research finding, an interpretation and an untested campaign hypothesis</a:t>
            </a:r>
          </a:p>
        </p:txBody>
      </p:sp>
      <p:sp>
        <p:nvSpPr>
          <p:cNvPr id="3" name="">
            <a:extLst xmlns:a="http://schemas.openxmlformats.org/drawingml/2006/main">
              <a:ext uri="{FF2B5EF4-FFF2-40B4-BE49-F238E27FC236}">
                <a16:creationId xmlns:a16="http://schemas.microsoft.com/office/drawing/2014/main" id="{A8B6A090-E18F-4FD4-8D42-15F77D6AF482}"/>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2</a:t>
            </a:r>
          </a:p>
        </p:txBody>
      </p:sp>
      <p:sp>
        <p:nvSpPr>
          <p:cNvPr id="4" name="">
            <a:extLst xmlns:a="http://schemas.openxmlformats.org/drawingml/2006/main">
              <a:ext uri="{FF2B5EF4-FFF2-40B4-BE49-F238E27FC236}">
                <a16:creationId xmlns:a16="http://schemas.microsoft.com/office/drawing/2014/main" id="{34E77AE4-D680-4CBF-9360-0F9BCD8076DB}"/>
              </a:ext>
            </a:extLst>
          </p:cNvPr>
          <p:cNvSpPr>
            <a:spLocks xmlns:a="http://schemas.openxmlformats.org/drawingml/2006/main" noGrp="1"/>
          </p:cNvSpPr>
          <p:nvPr/>
        </p:nvSpPr>
        <p:spPr>
          <a:xfrm xmlns:a="http://schemas.openxmlformats.org/drawingml/2006/main">
            <a:off x="590550" y="2047875"/>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1">
                <a:solidFill>
                  <a:srgbClr val="176D69"/>
                </a:solidFill>
                <a:latin typeface="Arial"/>
                <a:ea typeface="Arial"/>
                <a:cs typeface="Arial"/>
              </a:defRPr>
            </a:defPPr>
            <a:lvl1pPr>
              <a:defRPr sz="1725" b="1">
                <a:solidFill>
                  <a:srgbClr val="176D69"/>
                </a:solidFill>
                <a:latin typeface="Arial"/>
                <a:ea typeface="Arial"/>
                <a:cs typeface="Arial"/>
              </a:defRPr>
            </a:lvl1pPr>
            <a:lvl2pPr>
              <a:defRPr sz="1725" b="1">
                <a:solidFill>
                  <a:srgbClr val="176D69"/>
                </a:solidFill>
                <a:latin typeface="Arial"/>
                <a:ea typeface="Arial"/>
                <a:cs typeface="Arial"/>
              </a:defRPr>
            </a:lvl2pPr>
            <a:lvl3pPr>
              <a:defRPr sz="1725" b="1">
                <a:solidFill>
                  <a:srgbClr val="176D69"/>
                </a:solidFill>
                <a:latin typeface="Arial"/>
                <a:ea typeface="Arial"/>
                <a:cs typeface="Arial"/>
              </a:defRPr>
            </a:lvl3pPr>
            <a:lvl4pPr>
              <a:defRPr sz="1725" b="1">
                <a:solidFill>
                  <a:srgbClr val="176D69"/>
                </a:solidFill>
                <a:latin typeface="Arial"/>
                <a:ea typeface="Arial"/>
                <a:cs typeface="Arial"/>
              </a:defRPr>
            </a:lvl4pPr>
            <a:lvl5pPr>
              <a:defRPr sz="1725" b="1">
                <a:solidFill>
                  <a:srgbClr val="176D69"/>
                </a:solidFill>
                <a:latin typeface="Arial"/>
                <a:ea typeface="Arial"/>
                <a:cs typeface="Arial"/>
              </a:defRPr>
            </a:lvl5pPr>
            <a:lvl6pPr>
              <a:defRPr sz="1725" b="1">
                <a:solidFill>
                  <a:srgbClr val="176D69"/>
                </a:solidFill>
                <a:latin typeface="Arial"/>
                <a:ea typeface="Arial"/>
                <a:cs typeface="Arial"/>
              </a:defRPr>
            </a:lvl6pPr>
            <a:lvl7pPr>
              <a:defRPr sz="1725" b="1">
                <a:solidFill>
                  <a:srgbClr val="176D69"/>
                </a:solidFill>
                <a:latin typeface="Arial"/>
                <a:ea typeface="Arial"/>
                <a:cs typeface="Arial"/>
              </a:defRPr>
            </a:lvl7pPr>
            <a:lvl8pPr>
              <a:defRPr sz="1725" b="1">
                <a:solidFill>
                  <a:srgbClr val="176D69"/>
                </a:solidFill>
                <a:latin typeface="Arial"/>
                <a:ea typeface="Arial"/>
                <a:cs typeface="Arial"/>
              </a:defRPr>
            </a:lvl8pPr>
            <a:lvl9pPr>
              <a:defRPr sz="1725" b="1">
                <a:solidFill>
                  <a:srgbClr val="176D69"/>
                </a:solidFill>
                <a:latin typeface="Arial"/>
                <a:ea typeface="Arial"/>
                <a:cs typeface="Arial"/>
              </a:defRPr>
            </a:lvl9pPr>
          </a:lstStyle>
          <a:p xmlns:a="http://schemas.openxmlformats.org/drawingml/2006/main">
            <a:pPr>
              <a:defRPr sz="1725" b="1">
                <a:solidFill>
                  <a:srgbClr val="176D69"/>
                </a:solidFill>
                <a:latin typeface="Arial"/>
                <a:ea typeface="Arial"/>
                <a:cs typeface="Arial"/>
              </a:defRPr>
            </a:pPr>
            <a:r>
              <a:rPr sz="1725" b="1">
                <a:solidFill>
                  <a:srgbClr val="176D69"/>
                </a:solidFill>
                <a:latin typeface="Arial"/>
                <a:ea typeface="Arial"/>
                <a:cs typeface="Arial"/>
              </a:rPr>
              <a:t>EVIDENCE</a:t>
            </a:r>
          </a:p>
        </p:txBody>
      </p:sp>
      <p:sp>
        <p:nvSpPr>
          <p:cNvPr id="5" name="">
            <a:extLst xmlns:a="http://schemas.openxmlformats.org/drawingml/2006/main">
              <a:ext uri="{FF2B5EF4-FFF2-40B4-BE49-F238E27FC236}">
                <a16:creationId xmlns:a16="http://schemas.microsoft.com/office/drawing/2014/main" id="{0E847F6C-3269-46F6-A45E-5FADF82F8667}"/>
              </a:ext>
            </a:extLst>
          </p:cNvPr>
          <p:cNvSpPr>
            <a:spLocks xmlns:a="http://schemas.openxmlformats.org/drawingml/2006/main" noGrp="1"/>
          </p:cNvSpPr>
          <p:nvPr/>
        </p:nvSpPr>
        <p:spPr>
          <a:xfrm xmlns:a="http://schemas.openxmlformats.org/drawingml/2006/main">
            <a:off x="3381375" y="2009775"/>
            <a:ext cx="79724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0">
                <a:solidFill>
                  <a:srgbClr val="183849"/>
                </a:solidFill>
                <a:latin typeface="Arial"/>
                <a:ea typeface="Arial"/>
                <a:cs typeface="Arial"/>
              </a:defRPr>
            </a:defPPr>
            <a:lvl1pPr>
              <a:defRPr sz="2100" b="0">
                <a:solidFill>
                  <a:srgbClr val="183849"/>
                </a:solidFill>
                <a:latin typeface="Arial"/>
                <a:ea typeface="Arial"/>
                <a:cs typeface="Arial"/>
              </a:defRPr>
            </a:lvl1pPr>
            <a:lvl2pPr>
              <a:defRPr sz="2100" b="0">
                <a:solidFill>
                  <a:srgbClr val="183849"/>
                </a:solidFill>
                <a:latin typeface="Arial"/>
                <a:ea typeface="Arial"/>
                <a:cs typeface="Arial"/>
              </a:defRPr>
            </a:lvl2pPr>
            <a:lvl3pPr>
              <a:defRPr sz="2100" b="0">
                <a:solidFill>
                  <a:srgbClr val="183849"/>
                </a:solidFill>
                <a:latin typeface="Arial"/>
                <a:ea typeface="Arial"/>
                <a:cs typeface="Arial"/>
              </a:defRPr>
            </a:lvl3pPr>
            <a:lvl4pPr>
              <a:defRPr sz="2100" b="0">
                <a:solidFill>
                  <a:srgbClr val="183849"/>
                </a:solidFill>
                <a:latin typeface="Arial"/>
                <a:ea typeface="Arial"/>
                <a:cs typeface="Arial"/>
              </a:defRPr>
            </a:lvl4pPr>
            <a:lvl5pPr>
              <a:defRPr sz="2100" b="0">
                <a:solidFill>
                  <a:srgbClr val="183849"/>
                </a:solidFill>
                <a:latin typeface="Arial"/>
                <a:ea typeface="Arial"/>
                <a:cs typeface="Arial"/>
              </a:defRPr>
            </a:lvl5pPr>
            <a:lvl6pPr>
              <a:defRPr sz="2100" b="0">
                <a:solidFill>
                  <a:srgbClr val="183849"/>
                </a:solidFill>
                <a:latin typeface="Arial"/>
                <a:ea typeface="Arial"/>
                <a:cs typeface="Arial"/>
              </a:defRPr>
            </a:lvl6pPr>
            <a:lvl7pPr>
              <a:defRPr sz="2100" b="0">
                <a:solidFill>
                  <a:srgbClr val="183849"/>
                </a:solidFill>
                <a:latin typeface="Arial"/>
                <a:ea typeface="Arial"/>
                <a:cs typeface="Arial"/>
              </a:defRPr>
            </a:lvl7pPr>
            <a:lvl8pPr>
              <a:defRPr sz="2100" b="0">
                <a:solidFill>
                  <a:srgbClr val="183849"/>
                </a:solidFill>
                <a:latin typeface="Arial"/>
                <a:ea typeface="Arial"/>
                <a:cs typeface="Arial"/>
              </a:defRPr>
            </a:lvl8pPr>
            <a:lvl9pPr>
              <a:defRPr sz="2100" b="0">
                <a:solidFill>
                  <a:srgbClr val="183849"/>
                </a:solidFill>
                <a:latin typeface="Arial"/>
                <a:ea typeface="Arial"/>
                <a:cs typeface="Arial"/>
              </a:defRPr>
            </a:lvl9pPr>
          </a:lstStyle>
          <a:p xmlns:a="http://schemas.openxmlformats.org/drawingml/2006/main">
            <a:pPr>
              <a:defRPr sz="2100" b="0">
                <a:solidFill>
                  <a:srgbClr val="183849"/>
                </a:solidFill>
                <a:latin typeface="Arial"/>
                <a:ea typeface="Arial"/>
                <a:cs typeface="Arial"/>
              </a:defRPr>
            </a:pPr>
            <a:r>
              <a:rPr sz="2100" b="0">
                <a:solidFill>
                  <a:srgbClr val="183849"/>
                </a:solidFill>
                <a:latin typeface="Arial"/>
                <a:ea typeface="Arial"/>
                <a:cs typeface="Arial"/>
              </a:rPr>
              <a:t>Smarr et al. found task-dependent preferences for robot assistance in 21 older adults. [R1]</a:t>
            </a:r>
          </a:p>
        </p:txBody>
      </p:sp>
      <p:sp>
        <p:nvSpPr>
          <p:cNvPr id="6" name="">
            <a:extLst xmlns:a="http://schemas.openxmlformats.org/drawingml/2006/main">
              <a:ext uri="{FF2B5EF4-FFF2-40B4-BE49-F238E27FC236}">
                <a16:creationId xmlns:a16="http://schemas.microsoft.com/office/drawing/2014/main" id="{7D1B4F7D-BAED-461D-9D7F-E193E26D5112}"/>
              </a:ext>
            </a:extLst>
          </p:cNvPr>
          <p:cNvSpPr>
            <a:spLocks xmlns:a="http://schemas.openxmlformats.org/drawingml/2006/main" noGrp="1"/>
          </p:cNvSpPr>
          <p:nvPr/>
        </p:nvSpPr>
        <p:spPr>
          <a:xfrm xmlns:a="http://schemas.openxmlformats.org/drawingml/2006/main">
            <a:off x="590550" y="329565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1">
                <a:solidFill>
                  <a:srgbClr val="176D69"/>
                </a:solidFill>
                <a:latin typeface="Arial"/>
                <a:ea typeface="Arial"/>
                <a:cs typeface="Arial"/>
              </a:defRPr>
            </a:defPPr>
            <a:lvl1pPr>
              <a:defRPr sz="1725" b="1">
                <a:solidFill>
                  <a:srgbClr val="176D69"/>
                </a:solidFill>
                <a:latin typeface="Arial"/>
                <a:ea typeface="Arial"/>
                <a:cs typeface="Arial"/>
              </a:defRPr>
            </a:lvl1pPr>
            <a:lvl2pPr>
              <a:defRPr sz="1725" b="1">
                <a:solidFill>
                  <a:srgbClr val="176D69"/>
                </a:solidFill>
                <a:latin typeface="Arial"/>
                <a:ea typeface="Arial"/>
                <a:cs typeface="Arial"/>
              </a:defRPr>
            </a:lvl2pPr>
            <a:lvl3pPr>
              <a:defRPr sz="1725" b="1">
                <a:solidFill>
                  <a:srgbClr val="176D69"/>
                </a:solidFill>
                <a:latin typeface="Arial"/>
                <a:ea typeface="Arial"/>
                <a:cs typeface="Arial"/>
              </a:defRPr>
            </a:lvl3pPr>
            <a:lvl4pPr>
              <a:defRPr sz="1725" b="1">
                <a:solidFill>
                  <a:srgbClr val="176D69"/>
                </a:solidFill>
                <a:latin typeface="Arial"/>
                <a:ea typeface="Arial"/>
                <a:cs typeface="Arial"/>
              </a:defRPr>
            </a:lvl4pPr>
            <a:lvl5pPr>
              <a:defRPr sz="1725" b="1">
                <a:solidFill>
                  <a:srgbClr val="176D69"/>
                </a:solidFill>
                <a:latin typeface="Arial"/>
                <a:ea typeface="Arial"/>
                <a:cs typeface="Arial"/>
              </a:defRPr>
            </a:lvl5pPr>
            <a:lvl6pPr>
              <a:defRPr sz="1725" b="1">
                <a:solidFill>
                  <a:srgbClr val="176D69"/>
                </a:solidFill>
                <a:latin typeface="Arial"/>
                <a:ea typeface="Arial"/>
                <a:cs typeface="Arial"/>
              </a:defRPr>
            </a:lvl6pPr>
            <a:lvl7pPr>
              <a:defRPr sz="1725" b="1">
                <a:solidFill>
                  <a:srgbClr val="176D69"/>
                </a:solidFill>
                <a:latin typeface="Arial"/>
                <a:ea typeface="Arial"/>
                <a:cs typeface="Arial"/>
              </a:defRPr>
            </a:lvl7pPr>
            <a:lvl8pPr>
              <a:defRPr sz="1725" b="1">
                <a:solidFill>
                  <a:srgbClr val="176D69"/>
                </a:solidFill>
                <a:latin typeface="Arial"/>
                <a:ea typeface="Arial"/>
                <a:cs typeface="Arial"/>
              </a:defRPr>
            </a:lvl8pPr>
            <a:lvl9pPr>
              <a:defRPr sz="1725" b="1">
                <a:solidFill>
                  <a:srgbClr val="176D69"/>
                </a:solidFill>
                <a:latin typeface="Arial"/>
                <a:ea typeface="Arial"/>
                <a:cs typeface="Arial"/>
              </a:defRPr>
            </a:lvl9pPr>
          </a:lstStyle>
          <a:p xmlns:a="http://schemas.openxmlformats.org/drawingml/2006/main">
            <a:pPr>
              <a:defRPr sz="1725" b="1">
                <a:solidFill>
                  <a:srgbClr val="176D69"/>
                </a:solidFill>
                <a:latin typeface="Arial"/>
                <a:ea typeface="Arial"/>
                <a:cs typeface="Arial"/>
              </a:defRPr>
            </a:pPr>
            <a:r>
              <a:rPr sz="1725" b="1">
                <a:solidFill>
                  <a:srgbClr val="176D69"/>
                </a:solidFill>
                <a:latin typeface="Arial"/>
                <a:ea typeface="Arial"/>
                <a:cs typeface="Arial"/>
              </a:rPr>
              <a:t>INTERPRETATION</a:t>
            </a:r>
          </a:p>
        </p:txBody>
      </p:sp>
      <p:sp>
        <p:nvSpPr>
          <p:cNvPr id="7" name="">
            <a:extLst xmlns:a="http://schemas.openxmlformats.org/drawingml/2006/main">
              <a:ext uri="{FF2B5EF4-FFF2-40B4-BE49-F238E27FC236}">
                <a16:creationId xmlns:a16="http://schemas.microsoft.com/office/drawing/2014/main" id="{12A8387E-3A03-4BCB-B57F-3138ED662F10}"/>
              </a:ext>
            </a:extLst>
          </p:cNvPr>
          <p:cNvSpPr>
            <a:spLocks xmlns:a="http://schemas.openxmlformats.org/drawingml/2006/main" noGrp="1"/>
          </p:cNvSpPr>
          <p:nvPr/>
        </p:nvSpPr>
        <p:spPr>
          <a:xfrm xmlns:a="http://schemas.openxmlformats.org/drawingml/2006/main">
            <a:off x="3381375" y="3257550"/>
            <a:ext cx="79724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0">
                <a:solidFill>
                  <a:srgbClr val="183849"/>
                </a:solidFill>
                <a:latin typeface="Arial"/>
                <a:ea typeface="Arial"/>
                <a:cs typeface="Arial"/>
              </a:defRPr>
            </a:defPPr>
            <a:lvl1pPr>
              <a:defRPr sz="2100" b="0">
                <a:solidFill>
                  <a:srgbClr val="183849"/>
                </a:solidFill>
                <a:latin typeface="Arial"/>
                <a:ea typeface="Arial"/>
                <a:cs typeface="Arial"/>
              </a:defRPr>
            </a:lvl1pPr>
            <a:lvl2pPr>
              <a:defRPr sz="2100" b="0">
                <a:solidFill>
                  <a:srgbClr val="183849"/>
                </a:solidFill>
                <a:latin typeface="Arial"/>
                <a:ea typeface="Arial"/>
                <a:cs typeface="Arial"/>
              </a:defRPr>
            </a:lvl2pPr>
            <a:lvl3pPr>
              <a:defRPr sz="2100" b="0">
                <a:solidFill>
                  <a:srgbClr val="183849"/>
                </a:solidFill>
                <a:latin typeface="Arial"/>
                <a:ea typeface="Arial"/>
                <a:cs typeface="Arial"/>
              </a:defRPr>
            </a:lvl3pPr>
            <a:lvl4pPr>
              <a:defRPr sz="2100" b="0">
                <a:solidFill>
                  <a:srgbClr val="183849"/>
                </a:solidFill>
                <a:latin typeface="Arial"/>
                <a:ea typeface="Arial"/>
                <a:cs typeface="Arial"/>
              </a:defRPr>
            </a:lvl4pPr>
            <a:lvl5pPr>
              <a:defRPr sz="2100" b="0">
                <a:solidFill>
                  <a:srgbClr val="183849"/>
                </a:solidFill>
                <a:latin typeface="Arial"/>
                <a:ea typeface="Arial"/>
                <a:cs typeface="Arial"/>
              </a:defRPr>
            </a:lvl5pPr>
            <a:lvl6pPr>
              <a:defRPr sz="2100" b="0">
                <a:solidFill>
                  <a:srgbClr val="183849"/>
                </a:solidFill>
                <a:latin typeface="Arial"/>
                <a:ea typeface="Arial"/>
                <a:cs typeface="Arial"/>
              </a:defRPr>
            </a:lvl6pPr>
            <a:lvl7pPr>
              <a:defRPr sz="2100" b="0">
                <a:solidFill>
                  <a:srgbClr val="183849"/>
                </a:solidFill>
                <a:latin typeface="Arial"/>
                <a:ea typeface="Arial"/>
                <a:cs typeface="Arial"/>
              </a:defRPr>
            </a:lvl7pPr>
            <a:lvl8pPr>
              <a:defRPr sz="2100" b="0">
                <a:solidFill>
                  <a:srgbClr val="183849"/>
                </a:solidFill>
                <a:latin typeface="Arial"/>
                <a:ea typeface="Arial"/>
                <a:cs typeface="Arial"/>
              </a:defRPr>
            </a:lvl8pPr>
            <a:lvl9pPr>
              <a:defRPr sz="2100" b="0">
                <a:solidFill>
                  <a:srgbClr val="183849"/>
                </a:solidFill>
                <a:latin typeface="Arial"/>
                <a:ea typeface="Arial"/>
                <a:cs typeface="Arial"/>
              </a:defRPr>
            </a:lvl9pPr>
          </a:lstStyle>
          <a:p xmlns:a="http://schemas.openxmlformats.org/drawingml/2006/main">
            <a:pPr>
              <a:defRPr sz="2100" b="0">
                <a:solidFill>
                  <a:srgbClr val="183849"/>
                </a:solidFill>
                <a:latin typeface="Arial"/>
                <a:ea typeface="Arial"/>
                <a:cs typeface="Arial"/>
              </a:defRPr>
            </a:pPr>
            <a:r>
              <a:rPr sz="2100" b="0">
                <a:solidFill>
                  <a:srgbClr val="183849"/>
                </a:solidFill>
                <a:latin typeface="Arial"/>
                <a:ea typeface="Arial"/>
                <a:cs typeface="Arial"/>
              </a:rPr>
              <a:t>Begin with one everyday decision that a person can evaluate in their own context.</a:t>
            </a:r>
          </a:p>
        </p:txBody>
      </p:sp>
      <p:sp>
        <p:nvSpPr>
          <p:cNvPr id="8" name="">
            <a:extLst xmlns:a="http://schemas.openxmlformats.org/drawingml/2006/main">
              <a:ext uri="{FF2B5EF4-FFF2-40B4-BE49-F238E27FC236}">
                <a16:creationId xmlns:a16="http://schemas.microsoft.com/office/drawing/2014/main" id="{7F1CAE28-773D-4302-B419-E2934B285089}"/>
              </a:ext>
            </a:extLst>
          </p:cNvPr>
          <p:cNvSpPr>
            <a:spLocks xmlns:a="http://schemas.openxmlformats.org/drawingml/2006/main" noGrp="1"/>
          </p:cNvSpPr>
          <p:nvPr/>
        </p:nvSpPr>
        <p:spPr>
          <a:xfrm xmlns:a="http://schemas.openxmlformats.org/drawingml/2006/main">
            <a:off x="590550" y="4543425"/>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1">
                <a:solidFill>
                  <a:srgbClr val="99601E"/>
                </a:solidFill>
                <a:latin typeface="Arial"/>
                <a:ea typeface="Arial"/>
                <a:cs typeface="Arial"/>
              </a:defRPr>
            </a:defPPr>
            <a:lvl1pPr>
              <a:defRPr sz="1725" b="1">
                <a:solidFill>
                  <a:srgbClr val="99601E"/>
                </a:solidFill>
                <a:latin typeface="Arial"/>
                <a:ea typeface="Arial"/>
                <a:cs typeface="Arial"/>
              </a:defRPr>
            </a:lvl1pPr>
            <a:lvl2pPr>
              <a:defRPr sz="1725" b="1">
                <a:solidFill>
                  <a:srgbClr val="99601E"/>
                </a:solidFill>
                <a:latin typeface="Arial"/>
                <a:ea typeface="Arial"/>
                <a:cs typeface="Arial"/>
              </a:defRPr>
            </a:lvl2pPr>
            <a:lvl3pPr>
              <a:defRPr sz="1725" b="1">
                <a:solidFill>
                  <a:srgbClr val="99601E"/>
                </a:solidFill>
                <a:latin typeface="Arial"/>
                <a:ea typeface="Arial"/>
                <a:cs typeface="Arial"/>
              </a:defRPr>
            </a:lvl3pPr>
            <a:lvl4pPr>
              <a:defRPr sz="1725" b="1">
                <a:solidFill>
                  <a:srgbClr val="99601E"/>
                </a:solidFill>
                <a:latin typeface="Arial"/>
                <a:ea typeface="Arial"/>
                <a:cs typeface="Arial"/>
              </a:defRPr>
            </a:lvl4pPr>
            <a:lvl5pPr>
              <a:defRPr sz="1725" b="1">
                <a:solidFill>
                  <a:srgbClr val="99601E"/>
                </a:solidFill>
                <a:latin typeface="Arial"/>
                <a:ea typeface="Arial"/>
                <a:cs typeface="Arial"/>
              </a:defRPr>
            </a:lvl5pPr>
            <a:lvl6pPr>
              <a:defRPr sz="1725" b="1">
                <a:solidFill>
                  <a:srgbClr val="99601E"/>
                </a:solidFill>
                <a:latin typeface="Arial"/>
                <a:ea typeface="Arial"/>
                <a:cs typeface="Arial"/>
              </a:defRPr>
            </a:lvl6pPr>
            <a:lvl7pPr>
              <a:defRPr sz="1725" b="1">
                <a:solidFill>
                  <a:srgbClr val="99601E"/>
                </a:solidFill>
                <a:latin typeface="Arial"/>
                <a:ea typeface="Arial"/>
                <a:cs typeface="Arial"/>
              </a:defRPr>
            </a:lvl7pPr>
            <a:lvl8pPr>
              <a:defRPr sz="1725" b="1">
                <a:solidFill>
                  <a:srgbClr val="99601E"/>
                </a:solidFill>
                <a:latin typeface="Arial"/>
                <a:ea typeface="Arial"/>
                <a:cs typeface="Arial"/>
              </a:defRPr>
            </a:lvl8pPr>
            <a:lvl9pPr>
              <a:defRPr sz="1725" b="1">
                <a:solidFill>
                  <a:srgbClr val="99601E"/>
                </a:solidFill>
                <a:latin typeface="Arial"/>
                <a:ea typeface="Arial"/>
                <a:cs typeface="Arial"/>
              </a:defRPr>
            </a:lvl9pPr>
          </a:lstStyle>
          <a:p xmlns:a="http://schemas.openxmlformats.org/drawingml/2006/main">
            <a:pPr>
              <a:defRPr sz="1725" b="1">
                <a:solidFill>
                  <a:srgbClr val="99601E"/>
                </a:solidFill>
                <a:latin typeface="Arial"/>
                <a:ea typeface="Arial"/>
                <a:cs typeface="Arial"/>
              </a:defRPr>
            </a:pPr>
            <a:r>
              <a:rPr sz="1725" b="1">
                <a:solidFill>
                  <a:srgbClr val="99601E"/>
                </a:solidFill>
                <a:latin typeface="Arial"/>
                <a:ea typeface="Arial"/>
                <a:cs typeface="Arial"/>
              </a:rPr>
              <a:t>HYPOTHESIS</a:t>
            </a:r>
          </a:p>
        </p:txBody>
      </p:sp>
      <p:sp>
        <p:nvSpPr>
          <p:cNvPr id="9" name="">
            <a:extLst xmlns:a="http://schemas.openxmlformats.org/drawingml/2006/main">
              <a:ext uri="{FF2B5EF4-FFF2-40B4-BE49-F238E27FC236}">
                <a16:creationId xmlns:a16="http://schemas.microsoft.com/office/drawing/2014/main" id="{D0471157-9BDE-4951-AE6B-2E1175667E2F}"/>
              </a:ext>
            </a:extLst>
          </p:cNvPr>
          <p:cNvSpPr>
            <a:spLocks xmlns:a="http://schemas.openxmlformats.org/drawingml/2006/main" noGrp="1"/>
          </p:cNvSpPr>
          <p:nvPr/>
        </p:nvSpPr>
        <p:spPr>
          <a:xfrm xmlns:a="http://schemas.openxmlformats.org/drawingml/2006/main">
            <a:off x="3381375" y="4505325"/>
            <a:ext cx="79724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0">
                <a:solidFill>
                  <a:srgbClr val="183849"/>
                </a:solidFill>
                <a:latin typeface="Arial"/>
                <a:ea typeface="Arial"/>
                <a:cs typeface="Arial"/>
              </a:defRPr>
            </a:defPPr>
            <a:lvl1pPr>
              <a:defRPr sz="2100" b="0">
                <a:solidFill>
                  <a:srgbClr val="183849"/>
                </a:solidFill>
                <a:latin typeface="Arial"/>
                <a:ea typeface="Arial"/>
                <a:cs typeface="Arial"/>
              </a:defRPr>
            </a:lvl1pPr>
            <a:lvl2pPr>
              <a:defRPr sz="2100" b="0">
                <a:solidFill>
                  <a:srgbClr val="183849"/>
                </a:solidFill>
                <a:latin typeface="Arial"/>
                <a:ea typeface="Arial"/>
                <a:cs typeface="Arial"/>
              </a:defRPr>
            </a:lvl2pPr>
            <a:lvl3pPr>
              <a:defRPr sz="2100" b="0">
                <a:solidFill>
                  <a:srgbClr val="183849"/>
                </a:solidFill>
                <a:latin typeface="Arial"/>
                <a:ea typeface="Arial"/>
                <a:cs typeface="Arial"/>
              </a:defRPr>
            </a:lvl3pPr>
            <a:lvl4pPr>
              <a:defRPr sz="2100" b="0">
                <a:solidFill>
                  <a:srgbClr val="183849"/>
                </a:solidFill>
                <a:latin typeface="Arial"/>
                <a:ea typeface="Arial"/>
                <a:cs typeface="Arial"/>
              </a:defRPr>
            </a:lvl4pPr>
            <a:lvl5pPr>
              <a:defRPr sz="2100" b="0">
                <a:solidFill>
                  <a:srgbClr val="183849"/>
                </a:solidFill>
                <a:latin typeface="Arial"/>
                <a:ea typeface="Arial"/>
                <a:cs typeface="Arial"/>
              </a:defRPr>
            </a:lvl5pPr>
            <a:lvl6pPr>
              <a:defRPr sz="2100" b="0">
                <a:solidFill>
                  <a:srgbClr val="183849"/>
                </a:solidFill>
                <a:latin typeface="Arial"/>
                <a:ea typeface="Arial"/>
                <a:cs typeface="Arial"/>
              </a:defRPr>
            </a:lvl6pPr>
            <a:lvl7pPr>
              <a:defRPr sz="2100" b="0">
                <a:solidFill>
                  <a:srgbClr val="183849"/>
                </a:solidFill>
                <a:latin typeface="Arial"/>
                <a:ea typeface="Arial"/>
                <a:cs typeface="Arial"/>
              </a:defRPr>
            </a:lvl7pPr>
            <a:lvl8pPr>
              <a:defRPr sz="2100" b="0">
                <a:solidFill>
                  <a:srgbClr val="183849"/>
                </a:solidFill>
                <a:latin typeface="Arial"/>
                <a:ea typeface="Arial"/>
                <a:cs typeface="Arial"/>
              </a:defRPr>
            </a:lvl8pPr>
            <a:lvl9pPr>
              <a:defRPr sz="2100" b="0">
                <a:solidFill>
                  <a:srgbClr val="183849"/>
                </a:solidFill>
                <a:latin typeface="Arial"/>
                <a:ea typeface="Arial"/>
                <a:cs typeface="Arial"/>
              </a:defRPr>
            </a:lvl9pPr>
          </a:lstStyle>
          <a:p xmlns:a="http://schemas.openxmlformats.org/drawingml/2006/main">
            <a:pPr>
              <a:defRPr sz="2100" b="0">
                <a:solidFill>
                  <a:srgbClr val="183849"/>
                </a:solidFill>
                <a:latin typeface="Arial"/>
                <a:ea typeface="Arial"/>
                <a:cs typeface="Arial"/>
              </a:defRPr>
            </a:pPr>
            <a:r>
              <a:rPr sz="2100" b="0">
                <a:solidFill>
                  <a:srgbClr val="183849"/>
                </a:solidFill>
                <a:latin typeface="Arial"/>
                <a:ea typeface="Arial"/>
                <a:cs typeface="Arial"/>
              </a:rPr>
              <a:t>A choice-led story will feel more relevant and less intrusive than a broad companionship promise.</a:t>
            </a:r>
          </a:p>
        </p:txBody>
      </p:sp>
      <p:sp>
        <p:nvSpPr>
          <p:cNvPr id="10" name="">
            <a:extLst xmlns:a="http://schemas.openxmlformats.org/drawingml/2006/main">
              <a:ext uri="{FF2B5EF4-FFF2-40B4-BE49-F238E27FC236}">
                <a16:creationId xmlns:a16="http://schemas.microsoft.com/office/drawing/2014/main" id="{2C7915F9-F55C-4293-8772-BA340EBD7D3D}"/>
              </a:ext>
            </a:extLst>
          </p:cNvPr>
          <p:cNvSpPr>
            <a:spLocks xmlns:a="http://schemas.openxmlformats.org/drawingml/2006/main" noGrp="1"/>
          </p:cNvSpPr>
          <p:nvPr/>
        </p:nvSpPr>
        <p:spPr>
          <a:xfrm xmlns:a="http://schemas.openxmlformats.org/drawingml/2006/main">
            <a:off x="590550" y="5924550"/>
            <a:ext cx="1095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3656D"/>
                </a:solidFill>
                <a:latin typeface="Arial"/>
                <a:ea typeface="Arial"/>
                <a:cs typeface="Arial"/>
              </a:defRPr>
            </a:defPPr>
            <a:lvl1pPr>
              <a:defRPr sz="1575" b="0">
                <a:solidFill>
                  <a:srgbClr val="53656D"/>
                </a:solidFill>
                <a:latin typeface="Arial"/>
                <a:ea typeface="Arial"/>
                <a:cs typeface="Arial"/>
              </a:defRPr>
            </a:lvl1pPr>
            <a:lvl2pPr>
              <a:defRPr sz="1575" b="0">
                <a:solidFill>
                  <a:srgbClr val="53656D"/>
                </a:solidFill>
                <a:latin typeface="Arial"/>
                <a:ea typeface="Arial"/>
                <a:cs typeface="Arial"/>
              </a:defRPr>
            </a:lvl2pPr>
            <a:lvl3pPr>
              <a:defRPr sz="1575" b="0">
                <a:solidFill>
                  <a:srgbClr val="53656D"/>
                </a:solidFill>
                <a:latin typeface="Arial"/>
                <a:ea typeface="Arial"/>
                <a:cs typeface="Arial"/>
              </a:defRPr>
            </a:lvl3pPr>
            <a:lvl4pPr>
              <a:defRPr sz="1575" b="0">
                <a:solidFill>
                  <a:srgbClr val="53656D"/>
                </a:solidFill>
                <a:latin typeface="Arial"/>
                <a:ea typeface="Arial"/>
                <a:cs typeface="Arial"/>
              </a:defRPr>
            </a:lvl4pPr>
            <a:lvl5pPr>
              <a:defRPr sz="1575" b="0">
                <a:solidFill>
                  <a:srgbClr val="53656D"/>
                </a:solidFill>
                <a:latin typeface="Arial"/>
                <a:ea typeface="Arial"/>
                <a:cs typeface="Arial"/>
              </a:defRPr>
            </a:lvl5pPr>
            <a:lvl6pPr>
              <a:defRPr sz="1575" b="0">
                <a:solidFill>
                  <a:srgbClr val="53656D"/>
                </a:solidFill>
                <a:latin typeface="Arial"/>
                <a:ea typeface="Arial"/>
                <a:cs typeface="Arial"/>
              </a:defRPr>
            </a:lvl6pPr>
            <a:lvl7pPr>
              <a:defRPr sz="1575" b="0">
                <a:solidFill>
                  <a:srgbClr val="53656D"/>
                </a:solidFill>
                <a:latin typeface="Arial"/>
                <a:ea typeface="Arial"/>
                <a:cs typeface="Arial"/>
              </a:defRPr>
            </a:lvl7pPr>
            <a:lvl8pPr>
              <a:defRPr sz="1575" b="0">
                <a:solidFill>
                  <a:srgbClr val="53656D"/>
                </a:solidFill>
                <a:latin typeface="Arial"/>
                <a:ea typeface="Arial"/>
                <a:cs typeface="Arial"/>
              </a:defRPr>
            </a:lvl8pPr>
            <a:lvl9pPr>
              <a:defRPr sz="1575" b="0">
                <a:solidFill>
                  <a:srgbClr val="53656D"/>
                </a:solidFill>
                <a:latin typeface="Arial"/>
                <a:ea typeface="Arial"/>
                <a:cs typeface="Arial"/>
              </a:defRPr>
            </a:lvl9pPr>
          </a:lstStyle>
          <a:p xmlns:a="http://schemas.openxmlformats.org/drawingml/2006/main">
            <a:pPr>
              <a:defRPr sz="1575" b="0">
                <a:solidFill>
                  <a:srgbClr val="53656D"/>
                </a:solidFill>
                <a:latin typeface="Arial"/>
                <a:ea typeface="Arial"/>
                <a:cs typeface="Arial"/>
              </a:defRPr>
            </a:pPr>
            <a:r>
              <a:rPr sz="1575" b="0">
                <a:solidFill>
                  <a:srgbClr val="53656D"/>
                </a:solidFill>
                <a:latin typeface="Arial"/>
                <a:ea typeface="Arial"/>
                <a:cs typeface="Arial"/>
              </a:rPr>
              <a:t>No Fari adoption, health benefit or campaign effect was measured by this research.</a:t>
            </a:r>
          </a:p>
        </p:txBody>
      </p:sp>
    </p:spTree>
    <p:extLst>
      <p:ext uri="{BB962C8B-B14F-4D97-AF65-F5344CB8AC3E}">
        <p14:creationId xmlns:p14="http://schemas.microsoft.com/office/powerpoint/2010/main" val="78891040"/>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5628F8-F1A2-4FB5-BE16-3D5A60C94D31}"/>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On Your Terms</a:t>
            </a:r>
          </a:p>
        </p:txBody>
      </p:sp>
      <p:sp>
        <p:nvSpPr>
          <p:cNvPr id="2" name="">
            <a:extLst xmlns:a="http://schemas.openxmlformats.org/drawingml/2006/main">
              <a:ext uri="{FF2B5EF4-FFF2-40B4-BE49-F238E27FC236}">
                <a16:creationId xmlns:a16="http://schemas.microsoft.com/office/drawing/2014/main" id="{F5E74AF3-1D41-4555-9994-F59605BFE9A9}"/>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Creative idea: every story begins with the older adult’s answer</a:t>
            </a:r>
          </a:p>
        </p:txBody>
      </p:sp>
      <p:sp>
        <p:nvSpPr>
          <p:cNvPr id="3" name="">
            <a:extLst xmlns:a="http://schemas.openxmlformats.org/drawingml/2006/main">
              <a:ext uri="{FF2B5EF4-FFF2-40B4-BE49-F238E27FC236}">
                <a16:creationId xmlns:a16="http://schemas.microsoft.com/office/drawing/2014/main" id="{80CD792F-49D1-4999-9A70-B05C785EC5D1}"/>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3</a:t>
            </a:r>
          </a:p>
        </p:txBody>
      </p:sp>
      <p:sp>
        <p:nvSpPr>
          <p:cNvPr id="4" name="">
            <a:extLst xmlns:a="http://schemas.openxmlformats.org/drawingml/2006/main">
              <a:ext uri="{FF2B5EF4-FFF2-40B4-BE49-F238E27FC236}">
                <a16:creationId xmlns:a16="http://schemas.microsoft.com/office/drawing/2014/main" id="{E2F02ACB-146D-4F26-B19F-7C83525E6C87}"/>
              </a:ext>
            </a:extLst>
          </p:cNvPr>
          <p:cNvSpPr>
            <a:spLocks xmlns:a="http://schemas.openxmlformats.org/drawingml/2006/main" noGrp="1"/>
          </p:cNvSpPr>
          <p:nvPr/>
        </p:nvSpPr>
        <p:spPr>
          <a:xfrm xmlns:a="http://schemas.openxmlformats.org/drawingml/2006/main">
            <a:off x="590550" y="2152650"/>
            <a:ext cx="1076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575" b="1">
                <a:solidFill>
                  <a:srgbClr val="176D69"/>
                </a:solidFill>
                <a:latin typeface="Arial"/>
                <a:ea typeface="Arial"/>
                <a:cs typeface="Arial"/>
              </a:defRPr>
            </a:defPPr>
            <a:lvl1pPr>
              <a:defRPr sz="4575" b="1">
                <a:solidFill>
                  <a:srgbClr val="176D69"/>
                </a:solidFill>
                <a:latin typeface="Arial"/>
                <a:ea typeface="Arial"/>
                <a:cs typeface="Arial"/>
              </a:defRPr>
            </a:lvl1pPr>
            <a:lvl2pPr>
              <a:defRPr sz="4575" b="1">
                <a:solidFill>
                  <a:srgbClr val="176D69"/>
                </a:solidFill>
                <a:latin typeface="Arial"/>
                <a:ea typeface="Arial"/>
                <a:cs typeface="Arial"/>
              </a:defRPr>
            </a:lvl2pPr>
            <a:lvl3pPr>
              <a:defRPr sz="4575" b="1">
                <a:solidFill>
                  <a:srgbClr val="176D69"/>
                </a:solidFill>
                <a:latin typeface="Arial"/>
                <a:ea typeface="Arial"/>
                <a:cs typeface="Arial"/>
              </a:defRPr>
            </a:lvl3pPr>
            <a:lvl4pPr>
              <a:defRPr sz="4575" b="1">
                <a:solidFill>
                  <a:srgbClr val="176D69"/>
                </a:solidFill>
                <a:latin typeface="Arial"/>
                <a:ea typeface="Arial"/>
                <a:cs typeface="Arial"/>
              </a:defRPr>
            </a:lvl4pPr>
            <a:lvl5pPr>
              <a:defRPr sz="4575" b="1">
                <a:solidFill>
                  <a:srgbClr val="176D69"/>
                </a:solidFill>
                <a:latin typeface="Arial"/>
                <a:ea typeface="Arial"/>
                <a:cs typeface="Arial"/>
              </a:defRPr>
            </a:lvl5pPr>
            <a:lvl6pPr>
              <a:defRPr sz="4575" b="1">
                <a:solidFill>
                  <a:srgbClr val="176D69"/>
                </a:solidFill>
                <a:latin typeface="Arial"/>
                <a:ea typeface="Arial"/>
                <a:cs typeface="Arial"/>
              </a:defRPr>
            </a:lvl6pPr>
            <a:lvl7pPr>
              <a:defRPr sz="4575" b="1">
                <a:solidFill>
                  <a:srgbClr val="176D69"/>
                </a:solidFill>
                <a:latin typeface="Arial"/>
                <a:ea typeface="Arial"/>
                <a:cs typeface="Arial"/>
              </a:defRPr>
            </a:lvl7pPr>
            <a:lvl8pPr>
              <a:defRPr sz="4575" b="1">
                <a:solidFill>
                  <a:srgbClr val="176D69"/>
                </a:solidFill>
                <a:latin typeface="Arial"/>
                <a:ea typeface="Arial"/>
                <a:cs typeface="Arial"/>
              </a:defRPr>
            </a:lvl8pPr>
            <a:lvl9pPr>
              <a:defRPr sz="4575" b="1">
                <a:solidFill>
                  <a:srgbClr val="176D69"/>
                </a:solidFill>
                <a:latin typeface="Arial"/>
                <a:ea typeface="Arial"/>
                <a:cs typeface="Arial"/>
              </a:defRPr>
            </a:lvl9pPr>
          </a:lstStyle>
          <a:p xmlns:a="http://schemas.openxmlformats.org/drawingml/2006/main">
            <a:pPr>
              <a:defRPr sz="4575" b="1">
                <a:solidFill>
                  <a:srgbClr val="176D69"/>
                </a:solidFill>
                <a:latin typeface="Arial"/>
                <a:ea typeface="Arial"/>
                <a:cs typeface="Arial"/>
              </a:defRPr>
            </a:pPr>
            <a:r>
              <a:rPr sz="4575" b="1">
                <a:solidFill>
                  <a:srgbClr val="176D69"/>
                </a:solidFill>
                <a:latin typeface="Arial"/>
                <a:ea typeface="Arial"/>
                <a:cs typeface="Arial"/>
              </a:rPr>
              <a:t>“What would you want</a:t>
            </a:r>
          </a:p>
          <a:p xmlns:a="http://schemas.openxmlformats.org/drawingml/2006/main">
            <a:pPr>
              <a:defRPr sz="4575" b="1">
                <a:solidFill>
                  <a:srgbClr val="176D69"/>
                </a:solidFill>
                <a:latin typeface="Arial"/>
                <a:ea typeface="Arial"/>
                <a:cs typeface="Arial"/>
              </a:defRPr>
            </a:pPr>
            <a:r>
              <a:rPr sz="4575" b="1">
                <a:solidFill>
                  <a:srgbClr val="176D69"/>
                </a:solidFill>
                <a:latin typeface="Arial"/>
                <a:ea typeface="Arial"/>
                <a:cs typeface="Arial"/>
              </a:rPr>
              <a:t>help with?”</a:t>
            </a:r>
          </a:p>
        </p:txBody>
      </p:sp>
      <p:sp>
        <p:nvSpPr>
          <p:cNvPr id="5" name="">
            <a:extLst xmlns:a="http://schemas.openxmlformats.org/drawingml/2006/main">
              <a:ext uri="{FF2B5EF4-FFF2-40B4-BE49-F238E27FC236}">
                <a16:creationId xmlns:a16="http://schemas.microsoft.com/office/drawing/2014/main" id="{B019822B-0214-45D0-8785-98AB51B7FD2A}"/>
              </a:ext>
            </a:extLst>
          </p:cNvPr>
          <p:cNvSpPr>
            <a:spLocks xmlns:a="http://schemas.openxmlformats.org/drawingml/2006/main" noGrp="1"/>
          </p:cNvSpPr>
          <p:nvPr/>
        </p:nvSpPr>
        <p:spPr>
          <a:xfrm xmlns:a="http://schemas.openxmlformats.org/drawingml/2006/main">
            <a:off x="590550" y="4086225"/>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325" b="0">
                <a:solidFill>
                  <a:srgbClr val="183849"/>
                </a:solidFill>
                <a:latin typeface="Arial"/>
                <a:ea typeface="Arial"/>
                <a:cs typeface="Arial"/>
              </a:defRPr>
            </a:defPPr>
            <a:lvl1pPr>
              <a:defRPr sz="2325" b="0">
                <a:solidFill>
                  <a:srgbClr val="183849"/>
                </a:solidFill>
                <a:latin typeface="Arial"/>
                <a:ea typeface="Arial"/>
                <a:cs typeface="Arial"/>
              </a:defRPr>
            </a:lvl1pPr>
            <a:lvl2pPr>
              <a:defRPr sz="2325" b="0">
                <a:solidFill>
                  <a:srgbClr val="183849"/>
                </a:solidFill>
                <a:latin typeface="Arial"/>
                <a:ea typeface="Arial"/>
                <a:cs typeface="Arial"/>
              </a:defRPr>
            </a:lvl2pPr>
            <a:lvl3pPr>
              <a:defRPr sz="2325" b="0">
                <a:solidFill>
                  <a:srgbClr val="183849"/>
                </a:solidFill>
                <a:latin typeface="Arial"/>
                <a:ea typeface="Arial"/>
                <a:cs typeface="Arial"/>
              </a:defRPr>
            </a:lvl3pPr>
            <a:lvl4pPr>
              <a:defRPr sz="2325" b="0">
                <a:solidFill>
                  <a:srgbClr val="183849"/>
                </a:solidFill>
                <a:latin typeface="Arial"/>
                <a:ea typeface="Arial"/>
                <a:cs typeface="Arial"/>
              </a:defRPr>
            </a:lvl4pPr>
            <a:lvl5pPr>
              <a:defRPr sz="2325" b="0">
                <a:solidFill>
                  <a:srgbClr val="183849"/>
                </a:solidFill>
                <a:latin typeface="Arial"/>
                <a:ea typeface="Arial"/>
                <a:cs typeface="Arial"/>
              </a:defRPr>
            </a:lvl5pPr>
            <a:lvl6pPr>
              <a:defRPr sz="2325" b="0">
                <a:solidFill>
                  <a:srgbClr val="183849"/>
                </a:solidFill>
                <a:latin typeface="Arial"/>
                <a:ea typeface="Arial"/>
                <a:cs typeface="Arial"/>
              </a:defRPr>
            </a:lvl6pPr>
            <a:lvl7pPr>
              <a:defRPr sz="2325" b="0">
                <a:solidFill>
                  <a:srgbClr val="183849"/>
                </a:solidFill>
                <a:latin typeface="Arial"/>
                <a:ea typeface="Arial"/>
                <a:cs typeface="Arial"/>
              </a:defRPr>
            </a:lvl7pPr>
            <a:lvl8pPr>
              <a:defRPr sz="2325" b="0">
                <a:solidFill>
                  <a:srgbClr val="183849"/>
                </a:solidFill>
                <a:latin typeface="Arial"/>
                <a:ea typeface="Arial"/>
                <a:cs typeface="Arial"/>
              </a:defRPr>
            </a:lvl8pPr>
            <a:lvl9pPr>
              <a:defRPr sz="2325" b="0">
                <a:solidFill>
                  <a:srgbClr val="183849"/>
                </a:solidFill>
                <a:latin typeface="Arial"/>
                <a:ea typeface="Arial"/>
                <a:cs typeface="Arial"/>
              </a:defRPr>
            </a:lvl9pPr>
          </a:lstStyle>
          <a:p xmlns:a="http://schemas.openxmlformats.org/drawingml/2006/main">
            <a:pPr>
              <a:defRPr sz="2325" b="0">
                <a:solidFill>
                  <a:srgbClr val="183849"/>
                </a:solidFill>
                <a:latin typeface="Arial"/>
                <a:ea typeface="Arial"/>
                <a:cs typeface="Arial"/>
              </a:defRPr>
            </a:pPr>
            <a:r>
              <a:rPr sz="2325" b="0">
                <a:solidFill>
                  <a:srgbClr val="183849"/>
                </a:solidFill>
                <a:latin typeface="Arial"/>
                <a:ea typeface="Arial"/>
                <a:cs typeface="Arial"/>
              </a:rPr>
              <a:t>An adult child asks. The parent names one welcome task and one boundary. A conversation card carries the decision beyond the film.</a:t>
            </a:r>
          </a:p>
        </p:txBody>
      </p:sp>
      <p:sp>
        <p:nvSpPr>
          <p:cNvPr id="6" name="">
            <a:extLst xmlns:a="http://schemas.openxmlformats.org/drawingml/2006/main">
              <a:ext uri="{FF2B5EF4-FFF2-40B4-BE49-F238E27FC236}">
                <a16:creationId xmlns:a16="http://schemas.microsoft.com/office/drawing/2014/main" id="{D56AE877-99B5-4ADB-BE35-80E6C60AABE5}"/>
              </a:ext>
            </a:extLst>
          </p:cNvPr>
          <p:cNvSpPr>
            <a:spLocks xmlns:a="http://schemas.openxmlformats.org/drawingml/2006/main" noGrp="1"/>
          </p:cNvSpPr>
          <p:nvPr/>
        </p:nvSpPr>
        <p:spPr>
          <a:xfrm xmlns:a="http://schemas.openxmlformats.org/drawingml/2006/main">
            <a:off x="590550" y="53911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183849"/>
                </a:solidFill>
                <a:latin typeface="Arial"/>
                <a:ea typeface="Arial"/>
                <a:cs typeface="Arial"/>
              </a:defRPr>
            </a:defPPr>
            <a:lvl1pPr>
              <a:defRPr sz="2250" b="1">
                <a:solidFill>
                  <a:srgbClr val="183849"/>
                </a:solidFill>
                <a:latin typeface="Arial"/>
                <a:ea typeface="Arial"/>
                <a:cs typeface="Arial"/>
              </a:defRPr>
            </a:lvl1pPr>
            <a:lvl2pPr>
              <a:defRPr sz="2250" b="1">
                <a:solidFill>
                  <a:srgbClr val="183849"/>
                </a:solidFill>
                <a:latin typeface="Arial"/>
                <a:ea typeface="Arial"/>
                <a:cs typeface="Arial"/>
              </a:defRPr>
            </a:lvl2pPr>
            <a:lvl3pPr>
              <a:defRPr sz="2250" b="1">
                <a:solidFill>
                  <a:srgbClr val="183849"/>
                </a:solidFill>
                <a:latin typeface="Arial"/>
                <a:ea typeface="Arial"/>
                <a:cs typeface="Arial"/>
              </a:defRPr>
            </a:lvl3pPr>
            <a:lvl4pPr>
              <a:defRPr sz="2250" b="1">
                <a:solidFill>
                  <a:srgbClr val="183849"/>
                </a:solidFill>
                <a:latin typeface="Arial"/>
                <a:ea typeface="Arial"/>
                <a:cs typeface="Arial"/>
              </a:defRPr>
            </a:lvl4pPr>
            <a:lvl5pPr>
              <a:defRPr sz="2250" b="1">
                <a:solidFill>
                  <a:srgbClr val="183849"/>
                </a:solidFill>
                <a:latin typeface="Arial"/>
                <a:ea typeface="Arial"/>
                <a:cs typeface="Arial"/>
              </a:defRPr>
            </a:lvl5pPr>
            <a:lvl6pPr>
              <a:defRPr sz="2250" b="1">
                <a:solidFill>
                  <a:srgbClr val="183849"/>
                </a:solidFill>
                <a:latin typeface="Arial"/>
                <a:ea typeface="Arial"/>
                <a:cs typeface="Arial"/>
              </a:defRPr>
            </a:lvl6pPr>
            <a:lvl7pPr>
              <a:defRPr sz="2250" b="1">
                <a:solidFill>
                  <a:srgbClr val="183849"/>
                </a:solidFill>
                <a:latin typeface="Arial"/>
                <a:ea typeface="Arial"/>
                <a:cs typeface="Arial"/>
              </a:defRPr>
            </a:lvl7pPr>
            <a:lvl8pPr>
              <a:defRPr sz="2250" b="1">
                <a:solidFill>
                  <a:srgbClr val="183849"/>
                </a:solidFill>
                <a:latin typeface="Arial"/>
                <a:ea typeface="Arial"/>
                <a:cs typeface="Arial"/>
              </a:defRPr>
            </a:lvl8pPr>
            <a:lvl9pPr>
              <a:defRPr sz="2250" b="1">
                <a:solidFill>
                  <a:srgbClr val="183849"/>
                </a:solidFill>
                <a:latin typeface="Arial"/>
                <a:ea typeface="Arial"/>
                <a:cs typeface="Arial"/>
              </a:defRPr>
            </a:lvl9pPr>
          </a:lstStyle>
          <a:p xmlns:a="http://schemas.openxmlformats.org/drawingml/2006/main">
            <a:pPr>
              <a:defRPr sz="2250" b="1">
                <a:solidFill>
                  <a:srgbClr val="183849"/>
                </a:solidFill>
                <a:latin typeface="Arial"/>
                <a:ea typeface="Arial"/>
                <a:cs typeface="Arial"/>
              </a:defRPr>
            </a:pPr>
            <a:r>
              <a:rPr sz="2250" b="1">
                <a:solidFill>
                  <a:srgbClr val="183849"/>
                </a:solidFill>
                <a:latin typeface="Arial"/>
                <a:ea typeface="Arial"/>
                <a:cs typeface="Arial"/>
              </a:rPr>
              <a:t>Proposed closing copy: Your questions come first.</a:t>
            </a:r>
          </a:p>
        </p:txBody>
      </p:sp>
      <p:sp>
        <p:nvSpPr>
          <p:cNvPr id="7" name="">
            <a:extLst xmlns:a="http://schemas.openxmlformats.org/drawingml/2006/main">
              <a:ext uri="{FF2B5EF4-FFF2-40B4-BE49-F238E27FC236}">
                <a16:creationId xmlns:a16="http://schemas.microsoft.com/office/drawing/2014/main" id="{A6C04962-CA56-49D1-A6AD-736CBE534CEC}"/>
              </a:ext>
            </a:extLst>
          </p:cNvPr>
          <p:cNvSpPr>
            <a:spLocks xmlns:a="http://schemas.openxmlformats.org/drawingml/2006/main" noGrp="1"/>
          </p:cNvSpPr>
          <p:nvPr/>
        </p:nvSpPr>
        <p:spPr>
          <a:xfrm xmlns:a="http://schemas.openxmlformats.org/drawingml/2006/main">
            <a:off x="590550" y="59721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3656D"/>
                </a:solidFill>
                <a:latin typeface="Arial"/>
                <a:ea typeface="Arial"/>
                <a:cs typeface="Arial"/>
              </a:defRPr>
            </a:defPPr>
            <a:lvl1pPr>
              <a:defRPr sz="1500" b="0">
                <a:solidFill>
                  <a:srgbClr val="53656D"/>
                </a:solidFill>
                <a:latin typeface="Arial"/>
                <a:ea typeface="Arial"/>
                <a:cs typeface="Arial"/>
              </a:defRPr>
            </a:lvl1pPr>
            <a:lvl2pPr>
              <a:defRPr sz="1500" b="0">
                <a:solidFill>
                  <a:srgbClr val="53656D"/>
                </a:solidFill>
                <a:latin typeface="Arial"/>
                <a:ea typeface="Arial"/>
                <a:cs typeface="Arial"/>
              </a:defRPr>
            </a:lvl2pPr>
            <a:lvl3pPr>
              <a:defRPr sz="1500" b="0">
                <a:solidFill>
                  <a:srgbClr val="53656D"/>
                </a:solidFill>
                <a:latin typeface="Arial"/>
                <a:ea typeface="Arial"/>
                <a:cs typeface="Arial"/>
              </a:defRPr>
            </a:lvl3pPr>
            <a:lvl4pPr>
              <a:defRPr sz="1500" b="0">
                <a:solidFill>
                  <a:srgbClr val="53656D"/>
                </a:solidFill>
                <a:latin typeface="Arial"/>
                <a:ea typeface="Arial"/>
                <a:cs typeface="Arial"/>
              </a:defRPr>
            </a:lvl4pPr>
            <a:lvl5pPr>
              <a:defRPr sz="1500" b="0">
                <a:solidFill>
                  <a:srgbClr val="53656D"/>
                </a:solidFill>
                <a:latin typeface="Arial"/>
                <a:ea typeface="Arial"/>
                <a:cs typeface="Arial"/>
              </a:defRPr>
            </a:lvl5pPr>
            <a:lvl6pPr>
              <a:defRPr sz="1500" b="0">
                <a:solidFill>
                  <a:srgbClr val="53656D"/>
                </a:solidFill>
                <a:latin typeface="Arial"/>
                <a:ea typeface="Arial"/>
                <a:cs typeface="Arial"/>
              </a:defRPr>
            </a:lvl6pPr>
            <a:lvl7pPr>
              <a:defRPr sz="1500" b="0">
                <a:solidFill>
                  <a:srgbClr val="53656D"/>
                </a:solidFill>
                <a:latin typeface="Arial"/>
                <a:ea typeface="Arial"/>
                <a:cs typeface="Arial"/>
              </a:defRPr>
            </a:lvl7pPr>
            <a:lvl8pPr>
              <a:defRPr sz="1500" b="0">
                <a:solidFill>
                  <a:srgbClr val="53656D"/>
                </a:solidFill>
                <a:latin typeface="Arial"/>
                <a:ea typeface="Arial"/>
                <a:cs typeface="Arial"/>
              </a:defRPr>
            </a:lvl8pPr>
            <a:lvl9pPr>
              <a:defRPr sz="1500" b="0">
                <a:solidFill>
                  <a:srgbClr val="53656D"/>
                </a:solidFill>
                <a:latin typeface="Arial"/>
                <a:ea typeface="Arial"/>
                <a:cs typeface="Arial"/>
              </a:defRPr>
            </a:lvl9pPr>
          </a:lstStyle>
          <a:p xmlns:a="http://schemas.openxmlformats.org/drawingml/2006/main">
            <a:pPr>
              <a:defRPr sz="1500" b="0">
                <a:solidFill>
                  <a:srgbClr val="53656D"/>
                </a:solidFill>
                <a:latin typeface="Arial"/>
                <a:ea typeface="Arial"/>
                <a:cs typeface="Arial"/>
              </a:defRPr>
            </a:pPr>
            <a:r>
              <a:rPr sz="1500" b="0">
                <a:solidFill>
                  <a:srgbClr val="53656D"/>
                </a:solidFill>
                <a:latin typeface="Arial"/>
                <a:ea typeface="Arial"/>
                <a:cs typeface="Arial"/>
              </a:rPr>
              <a:t>Concept scenes use actors or paper prompts. They do not demonstrate working product functions.</a:t>
            </a:r>
          </a:p>
        </p:txBody>
      </p:sp>
    </p:spTree>
    <p:extLst>
      <p:ext uri="{BB962C8B-B14F-4D97-AF65-F5344CB8AC3E}">
        <p14:creationId xmlns:p14="http://schemas.microsoft.com/office/powerpoint/2010/main" val="844072910"/>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863F3A-DF60-44F5-A86B-02F8B98EFA3E}"/>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The proposed emotional journey</a:t>
            </a:r>
          </a:p>
        </p:txBody>
      </p:sp>
      <p:sp>
        <p:nvSpPr>
          <p:cNvPr id="2" name="">
            <a:extLst xmlns:a="http://schemas.openxmlformats.org/drawingml/2006/main">
              <a:ext uri="{FF2B5EF4-FFF2-40B4-BE49-F238E27FC236}">
                <a16:creationId xmlns:a16="http://schemas.microsoft.com/office/drawing/2014/main" id="{B9002287-D4A3-46A0-8E7D-C0C4B2222515}"/>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Progress depends on understanding and product readiness</a:t>
            </a:r>
          </a:p>
        </p:txBody>
      </p:sp>
      <p:sp>
        <p:nvSpPr>
          <p:cNvPr id="3" name="">
            <a:extLst xmlns:a="http://schemas.openxmlformats.org/drawingml/2006/main">
              <a:ext uri="{FF2B5EF4-FFF2-40B4-BE49-F238E27FC236}">
                <a16:creationId xmlns:a16="http://schemas.microsoft.com/office/drawing/2014/main" id="{6FC8D635-663B-44F6-A82F-EFF0FAC26B2B}"/>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4</a:t>
            </a:r>
          </a:p>
        </p:txBody>
      </p:sp>
      <p:graphicFrame>
        <p:nvGraphicFramePr>
          <p:cNvPr id="4" name="">
            <a:extLst xmlns:a="http://schemas.openxmlformats.org/drawingml/2006/main">
              <a:ext uri="{FF2B5EF4-FFF2-40B4-BE49-F238E27FC236}">
                <a16:creationId xmlns:a16="http://schemas.microsoft.com/office/drawing/2014/main" id="{4BDFDE05-6170-4E63-9DC0-7463A329F093}"/>
              </a:ext>
            </a:extLst>
          </p:cNvPr>
          <p:cNvGraphicFramePr/>
          <p:nvPr/>
        </p:nvGraphicFramePr>
        <p:xfrm>
          <a:off xmlns:a="http://schemas.openxmlformats.org/drawingml/2006/main" x="571500" y="1914525"/>
          <a:ext xmlns:a="http://schemas.openxmlformats.org/drawingml/2006/main" cx="11049000" cy="3695700"/>
        </p:xfrm>
        <a:graphic xmlns:a="http://schemas.openxmlformats.org/drawingml/2006/main">
          <a:graphicData uri="http://schemas.openxmlformats.org/drawingml/2006/table">
            <a:tbl>
              <a:tblPr/>
              <a:tblGrid>
                <a:gridCol w="2286000"/>
                <a:gridCol w="3524250"/>
                <a:gridCol w="5238750"/>
              </a:tblGrid>
              <a:tr h="739140">
                <a:tc>
                  <a:txBody>
                    <a:bodyPr/>
                    <a:lstStyle/>
                    <a:p>
                      <a:r>
                        <a:rPr sz="1800" b="1">
                          <a:solidFill>
                            <a:srgbClr val="FFFFFF"/>
                          </a:solidFill>
                          <a:latin typeface="Arial"/>
                          <a:ea typeface="Arial"/>
                          <a:cs typeface="Arial"/>
                        </a:rPr>
                        <a:t>Stage</a:t>
                      </a:r>
                    </a:p>
                  </a:txBody>
                  <a:tcPr marL="91440" marR="91440" marT="45720" marB="45720">
                    <a:solidFill>
                      <a:srgbClr val="183849"/>
                    </a:solidFill>
                  </a:tcPr>
                </a:tc>
                <a:tc>
                  <a:txBody>
                    <a:bodyPr/>
                    <a:lstStyle/>
                    <a:p>
                      <a:r>
                        <a:rPr sz="1800" b="1">
                          <a:solidFill>
                            <a:srgbClr val="FFFFFF"/>
                          </a:solidFill>
                          <a:latin typeface="Arial"/>
                          <a:ea typeface="Arial"/>
                          <a:cs typeface="Arial"/>
                        </a:rPr>
                        <a:t>Audience question</a:t>
                      </a:r>
                    </a:p>
                  </a:txBody>
                  <a:tcPr marL="91440" marR="91440" marT="45720" marB="45720">
                    <a:solidFill>
                      <a:srgbClr val="183849"/>
                    </a:solidFill>
                  </a:tcPr>
                </a:tc>
                <a:tc>
                  <a:txBody>
                    <a:bodyPr/>
                    <a:lstStyle/>
                    <a:p>
                      <a:r>
                        <a:rPr sz="1800" b="1">
                          <a:solidFill>
                            <a:srgbClr val="FFFFFF"/>
                          </a:solidFill>
                          <a:latin typeface="Arial"/>
                          <a:ea typeface="Arial"/>
                          <a:cs typeface="Arial"/>
                        </a:rPr>
                        <a:t>Creative and next step</a:t>
                      </a:r>
                    </a:p>
                  </a:txBody>
                  <a:tcPr marL="91440" marR="91440" marT="45720" marB="45720">
                    <a:solidFill>
                      <a:srgbClr val="183849"/>
                    </a:solidFill>
                  </a:tcPr>
                </a:tc>
              </a:tr>
              <a:tr h="739140">
                <a:tc>
                  <a:txBody>
                    <a:bodyPr/>
                    <a:lstStyle/>
                    <a:p>
                      <a:r>
                        <a:rPr sz="1800" b="0">
                          <a:solidFill>
                            <a:srgbClr val="183849"/>
                          </a:solidFill>
                          <a:latin typeface="Arial"/>
                          <a:ea typeface="Arial"/>
                          <a:cs typeface="Arial"/>
                        </a:rPr>
                        <a:t>Unaware or skeptical</a:t>
                      </a:r>
                    </a:p>
                  </a:txBody>
                  <a:tcPr marL="91440" marR="91440" marT="45720" marB="45720">
                    <a:solidFill>
                      <a:srgbClr val="F1F3EF"/>
                    </a:solidFill>
                  </a:tcPr>
                </a:tc>
                <a:tc>
                  <a:txBody>
                    <a:bodyPr/>
                    <a:lstStyle/>
                    <a:p>
                      <a:r>
                        <a:rPr sz="1800" b="0">
                          <a:solidFill>
                            <a:srgbClr val="183849"/>
                          </a:solidFill>
                          <a:latin typeface="Arial"/>
                          <a:ea typeface="Arial"/>
                          <a:cs typeface="Arial"/>
                        </a:rPr>
                        <a:t>Would this fit my life?</a:t>
                      </a:r>
                    </a:p>
                  </a:txBody>
                  <a:tcPr marL="91440" marR="91440" marT="45720" marB="45720">
                    <a:solidFill>
                      <a:srgbClr val="F1F3EF"/>
                    </a:solidFill>
                  </a:tcPr>
                </a:tc>
                <a:tc>
                  <a:txBody>
                    <a:bodyPr/>
                    <a:lstStyle/>
                    <a:p>
                      <a:r>
                        <a:rPr sz="1800" b="0">
                          <a:solidFill>
                            <a:srgbClr val="183849"/>
                          </a:solidFill>
                          <a:latin typeface="Arial"/>
                          <a:ea typeface="Arial"/>
                          <a:cs typeface="Arial"/>
                        </a:rPr>
                        <a:t>Choice-led film. Name one welcome task.</a:t>
                      </a:r>
                    </a:p>
                  </a:txBody>
                  <a:tcPr marL="91440" marR="91440" marT="45720" marB="45720">
                    <a:solidFill>
                      <a:srgbClr val="F1F3EF"/>
                    </a:solidFill>
                  </a:tcPr>
                </a:tc>
              </a:tr>
              <a:tr h="739140">
                <a:tc>
                  <a:txBody>
                    <a:bodyPr/>
                    <a:lstStyle/>
                    <a:p>
                      <a:r>
                        <a:rPr sz="1800" b="0">
                          <a:solidFill>
                            <a:srgbClr val="183849"/>
                          </a:solidFill>
                          <a:latin typeface="Arial"/>
                          <a:ea typeface="Arial"/>
                          <a:cs typeface="Arial"/>
                        </a:rPr>
                        <a:t>Curious</a:t>
                      </a:r>
                    </a:p>
                  </a:txBody>
                  <a:tcPr marL="91440" marR="91440" marT="45720" marB="45720">
                    <a:solidFill>
                      <a:srgbClr val="FFFFFF"/>
                    </a:solidFill>
                  </a:tcPr>
                </a:tc>
                <a:tc>
                  <a:txBody>
                    <a:bodyPr/>
                    <a:lstStyle/>
                    <a:p>
                      <a:r>
                        <a:rPr sz="1800" b="0">
                          <a:solidFill>
                            <a:srgbClr val="183849"/>
                          </a:solidFill>
                          <a:latin typeface="Arial"/>
                          <a:ea typeface="Arial"/>
                          <a:cs typeface="Arial"/>
                        </a:rPr>
                        <a:t>What would I control?</a:t>
                      </a:r>
                    </a:p>
                  </a:txBody>
                  <a:tcPr marL="91440" marR="91440" marT="45720" marB="45720">
                    <a:solidFill>
                      <a:srgbClr val="FFFFFF"/>
                    </a:solidFill>
                  </a:tcPr>
                </a:tc>
                <a:tc>
                  <a:txBody>
                    <a:bodyPr/>
                    <a:lstStyle/>
                    <a:p>
                      <a:r>
                        <a:rPr sz="1800" b="0">
                          <a:solidFill>
                            <a:srgbClr val="183849"/>
                          </a:solidFill>
                          <a:latin typeface="Arial"/>
                          <a:ea typeface="Arial"/>
                          <a:cs typeface="Arial"/>
                        </a:rPr>
                        <a:t>Conversation card. State a boundary.</a:t>
                      </a:r>
                    </a:p>
                  </a:txBody>
                  <a:tcPr marL="91440" marR="91440" marT="45720" marB="45720">
                    <a:solidFill>
                      <a:srgbClr val="FFFFFF"/>
                    </a:solidFill>
                  </a:tcPr>
                </a:tc>
              </a:tr>
              <a:tr h="739140">
                <a:tc>
                  <a:txBody>
                    <a:bodyPr/>
                    <a:lstStyle/>
                    <a:p>
                      <a:r>
                        <a:rPr sz="1800" b="0">
                          <a:solidFill>
                            <a:srgbClr val="183849"/>
                          </a:solidFill>
                          <a:latin typeface="Arial"/>
                          <a:ea typeface="Arial"/>
                          <a:cs typeface="Arial"/>
                        </a:rPr>
                        <a:t>Cautiously trusting</a:t>
                      </a:r>
                    </a:p>
                  </a:txBody>
                  <a:tcPr marL="91440" marR="91440" marT="45720" marB="45720">
                    <a:solidFill>
                      <a:srgbClr val="F1F3EF"/>
                    </a:solidFill>
                  </a:tcPr>
                </a:tc>
                <a:tc>
                  <a:txBody>
                    <a:bodyPr/>
                    <a:lstStyle/>
                    <a:p>
                      <a:r>
                        <a:rPr sz="1800" b="0">
                          <a:solidFill>
                            <a:srgbClr val="183849"/>
                          </a:solidFill>
                          <a:latin typeface="Arial"/>
                          <a:ea typeface="Arial"/>
                          <a:cs typeface="Arial"/>
                        </a:rPr>
                        <a:t>What is known and untested?</a:t>
                      </a:r>
                    </a:p>
                  </a:txBody>
                  <a:tcPr marL="91440" marR="91440" marT="45720" marB="45720">
                    <a:solidFill>
                      <a:srgbClr val="F1F3EF"/>
                    </a:solidFill>
                  </a:tcPr>
                </a:tc>
                <a:tc>
                  <a:txBody>
                    <a:bodyPr/>
                    <a:lstStyle/>
                    <a:p>
                      <a:r>
                        <a:rPr sz="1800" b="0">
                          <a:solidFill>
                            <a:srgbClr val="183849"/>
                          </a:solidFill>
                          <a:latin typeface="Arial"/>
                          <a:ea typeface="Arial"/>
                          <a:cs typeface="Arial"/>
                        </a:rPr>
                        <a:t>Dated evidence FAQ. Ask a specific question.</a:t>
                      </a:r>
                    </a:p>
                  </a:txBody>
                  <a:tcPr marL="91440" marR="91440" marT="45720" marB="45720">
                    <a:solidFill>
                      <a:srgbClr val="F1F3EF"/>
                    </a:solidFill>
                  </a:tcPr>
                </a:tc>
              </a:tr>
              <a:tr h="739140">
                <a:tc>
                  <a:txBody>
                    <a:bodyPr/>
                    <a:lstStyle/>
                    <a:p>
                      <a:r>
                        <a:rPr sz="1800" b="0">
                          <a:solidFill>
                            <a:srgbClr val="183849"/>
                          </a:solidFill>
                          <a:latin typeface="Arial"/>
                          <a:ea typeface="Arial"/>
                          <a:cs typeface="Arial"/>
                        </a:rPr>
                        <a:t>Ready to evaluate</a:t>
                      </a:r>
                    </a:p>
                  </a:txBody>
                  <a:tcPr marL="91440" marR="91440" marT="45720" marB="45720">
                    <a:solidFill>
                      <a:srgbClr val="FFFFFF"/>
                    </a:solidFill>
                  </a:tcPr>
                </a:tc>
                <a:tc>
                  <a:txBody>
                    <a:bodyPr/>
                    <a:lstStyle/>
                    <a:p>
                      <a:r>
                        <a:rPr sz="1800" b="0">
                          <a:solidFill>
                            <a:srgbClr val="183849"/>
                          </a:solidFill>
                          <a:latin typeface="Arial"/>
                          <a:ea typeface="Arial"/>
                          <a:cs typeface="Arial"/>
                        </a:rPr>
                        <a:t>Can I see a relevant interaction?</a:t>
                      </a:r>
                    </a:p>
                  </a:txBody>
                  <a:tcPr marL="91440" marR="91440" marT="45720" marB="45720">
                    <a:solidFill>
                      <a:srgbClr val="FFFFFF"/>
                    </a:solidFill>
                  </a:tcPr>
                </a:tc>
                <a:tc>
                  <a:txBody>
                    <a:bodyPr/>
                    <a:lstStyle/>
                    <a:p>
                      <a:r>
                        <a:rPr sz="1800" b="0">
                          <a:solidFill>
                            <a:srgbClr val="183849"/>
                          </a:solidFill>
                          <a:latin typeface="Arial"/>
                          <a:ea typeface="Arial"/>
                          <a:cs typeface="Arial"/>
                        </a:rPr>
                        <a:t>Approved scoped demo only when available.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177FFB2-E24D-48B1-B303-0A34165FEE44}"/>
              </a:ext>
            </a:extLst>
          </p:cNvPr>
          <p:cNvSpPr>
            <a:spLocks xmlns:a="http://schemas.openxmlformats.org/drawingml/2006/main" noGrp="1"/>
          </p:cNvSpPr>
          <p:nvPr/>
        </p:nvSpPr>
        <p:spPr>
          <a:xfrm xmlns:a="http://schemas.openxmlformats.org/drawingml/2006/main">
            <a:off x="590550" y="5876925"/>
            <a:ext cx="1085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0">
                <a:solidFill>
                  <a:srgbClr val="53656D"/>
                </a:solidFill>
                <a:latin typeface="Arial"/>
                <a:ea typeface="Arial"/>
                <a:cs typeface="Arial"/>
              </a:defRPr>
            </a:defPPr>
            <a:lvl1pPr>
              <a:defRPr sz="1650" b="0">
                <a:solidFill>
                  <a:srgbClr val="53656D"/>
                </a:solidFill>
                <a:latin typeface="Arial"/>
                <a:ea typeface="Arial"/>
                <a:cs typeface="Arial"/>
              </a:defRPr>
            </a:lvl1pPr>
            <a:lvl2pPr>
              <a:defRPr sz="1650" b="0">
                <a:solidFill>
                  <a:srgbClr val="53656D"/>
                </a:solidFill>
                <a:latin typeface="Arial"/>
                <a:ea typeface="Arial"/>
                <a:cs typeface="Arial"/>
              </a:defRPr>
            </a:lvl2pPr>
            <a:lvl3pPr>
              <a:defRPr sz="1650" b="0">
                <a:solidFill>
                  <a:srgbClr val="53656D"/>
                </a:solidFill>
                <a:latin typeface="Arial"/>
                <a:ea typeface="Arial"/>
                <a:cs typeface="Arial"/>
              </a:defRPr>
            </a:lvl3pPr>
            <a:lvl4pPr>
              <a:defRPr sz="1650" b="0">
                <a:solidFill>
                  <a:srgbClr val="53656D"/>
                </a:solidFill>
                <a:latin typeface="Arial"/>
                <a:ea typeface="Arial"/>
                <a:cs typeface="Arial"/>
              </a:defRPr>
            </a:lvl4pPr>
            <a:lvl5pPr>
              <a:defRPr sz="1650" b="0">
                <a:solidFill>
                  <a:srgbClr val="53656D"/>
                </a:solidFill>
                <a:latin typeface="Arial"/>
                <a:ea typeface="Arial"/>
                <a:cs typeface="Arial"/>
              </a:defRPr>
            </a:lvl5pPr>
            <a:lvl6pPr>
              <a:defRPr sz="1650" b="0">
                <a:solidFill>
                  <a:srgbClr val="53656D"/>
                </a:solidFill>
                <a:latin typeface="Arial"/>
                <a:ea typeface="Arial"/>
                <a:cs typeface="Arial"/>
              </a:defRPr>
            </a:lvl6pPr>
            <a:lvl7pPr>
              <a:defRPr sz="1650" b="0">
                <a:solidFill>
                  <a:srgbClr val="53656D"/>
                </a:solidFill>
                <a:latin typeface="Arial"/>
                <a:ea typeface="Arial"/>
                <a:cs typeface="Arial"/>
              </a:defRPr>
            </a:lvl7pPr>
            <a:lvl8pPr>
              <a:defRPr sz="1650" b="0">
                <a:solidFill>
                  <a:srgbClr val="53656D"/>
                </a:solidFill>
                <a:latin typeface="Arial"/>
                <a:ea typeface="Arial"/>
                <a:cs typeface="Arial"/>
              </a:defRPr>
            </a:lvl8pPr>
            <a:lvl9pPr>
              <a:defRPr sz="1650" b="0">
                <a:solidFill>
                  <a:srgbClr val="53656D"/>
                </a:solidFill>
                <a:latin typeface="Arial"/>
                <a:ea typeface="Arial"/>
                <a:cs typeface="Arial"/>
              </a:defRPr>
            </a:lvl9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A person can decline at every stage. Interest is not consent to monitoring or a purchase commitment.</a:t>
            </a:r>
          </a:p>
        </p:txBody>
      </p:sp>
    </p:spTree>
    <p:extLst>
      <p:ext uri="{BB962C8B-B14F-4D97-AF65-F5344CB8AC3E}">
        <p14:creationId xmlns:p14="http://schemas.microsoft.com/office/powerpoint/2010/main" val="1511597017"/>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0F31BB-2787-456E-91B6-3CE4F9952C64}"/>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Older users and caregivers need different routes</a:t>
            </a:r>
          </a:p>
        </p:txBody>
      </p:sp>
      <p:sp>
        <p:nvSpPr>
          <p:cNvPr id="2" name="">
            <a:extLst xmlns:a="http://schemas.openxmlformats.org/drawingml/2006/main">
              <a:ext uri="{FF2B5EF4-FFF2-40B4-BE49-F238E27FC236}">
                <a16:creationId xmlns:a16="http://schemas.microsoft.com/office/drawing/2014/main" id="{DE7998E9-50AE-4F02-95D2-592BDE2C038C}"/>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Channel selection is a testable proposal, not an existing performance finding</a:t>
            </a:r>
          </a:p>
        </p:txBody>
      </p:sp>
      <p:sp>
        <p:nvSpPr>
          <p:cNvPr id="3" name="">
            <a:extLst xmlns:a="http://schemas.openxmlformats.org/drawingml/2006/main">
              <a:ext uri="{FF2B5EF4-FFF2-40B4-BE49-F238E27FC236}">
                <a16:creationId xmlns:a16="http://schemas.microsoft.com/office/drawing/2014/main" id="{3029E37C-F34C-4919-B203-A917E370FC40}"/>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5</a:t>
            </a:r>
          </a:p>
        </p:txBody>
      </p:sp>
      <p:graphicFrame>
        <p:nvGraphicFramePr>
          <p:cNvPr id="4" name="">
            <a:extLst xmlns:a="http://schemas.openxmlformats.org/drawingml/2006/main">
              <a:ext uri="{FF2B5EF4-FFF2-40B4-BE49-F238E27FC236}">
                <a16:creationId xmlns:a16="http://schemas.microsoft.com/office/drawing/2014/main" id="{50030E8E-CB94-4309-B5A6-460CE470FF0A}"/>
              </a:ext>
            </a:extLst>
          </p:cNvPr>
          <p:cNvGraphicFramePr/>
          <p:nvPr/>
        </p:nvGraphicFramePr>
        <p:xfrm>
          <a:off xmlns:a="http://schemas.openxmlformats.org/drawingml/2006/main" x="571500" y="1924050"/>
          <a:ext xmlns:a="http://schemas.openxmlformats.org/drawingml/2006/main" cx="11049000" cy="3667125"/>
        </p:xfrm>
        <a:graphic xmlns:a="http://schemas.openxmlformats.org/drawingml/2006/main">
          <a:graphicData uri="http://schemas.openxmlformats.org/drawingml/2006/table">
            <a:tbl>
              <a:tblPr/>
              <a:tblGrid>
                <a:gridCol w="1809750"/>
                <a:gridCol w="4619625"/>
                <a:gridCol w="4619625"/>
              </a:tblGrid>
              <a:tr h="733425">
                <a:tc>
                  <a:txBody>
                    <a:bodyPr/>
                    <a:lstStyle/>
                    <a:p>
                      <a:r>
                        <a:rPr sz="1800" b="1">
                          <a:solidFill>
                            <a:srgbClr val="FFFFFF"/>
                          </a:solidFill>
                          <a:latin typeface="Arial"/>
                          <a:ea typeface="Arial"/>
                          <a:cs typeface="Arial"/>
                        </a:rPr>
                        <a:t/>
                      </a:r>
                    </a:p>
                  </a:txBody>
                  <a:tcPr marL="91440" marR="91440" marT="45720" marB="45720">
                    <a:solidFill>
                      <a:srgbClr val="183849"/>
                    </a:solidFill>
                  </a:tcPr>
                </a:tc>
                <a:tc>
                  <a:txBody>
                    <a:bodyPr/>
                    <a:lstStyle/>
                    <a:p>
                      <a:r>
                        <a:rPr sz="1800" b="1">
                          <a:solidFill>
                            <a:srgbClr val="FFFFFF"/>
                          </a:solidFill>
                          <a:latin typeface="Arial"/>
                          <a:ea typeface="Arial"/>
                          <a:cs typeface="Arial"/>
                        </a:rPr>
                        <a:t>Older adult awareness</a:t>
                      </a:r>
                    </a:p>
                  </a:txBody>
                  <a:tcPr marL="91440" marR="91440" marT="45720" marB="45720">
                    <a:solidFill>
                      <a:srgbClr val="183849"/>
                    </a:solidFill>
                  </a:tcPr>
                </a:tc>
                <a:tc>
                  <a:txBody>
                    <a:bodyPr/>
                    <a:lstStyle/>
                    <a:p>
                      <a:r>
                        <a:rPr sz="1800" b="1">
                          <a:solidFill>
                            <a:srgbClr val="FFFFFF"/>
                          </a:solidFill>
                          <a:latin typeface="Arial"/>
                          <a:ea typeface="Arial"/>
                          <a:cs typeface="Arial"/>
                        </a:rPr>
                        <a:t>Adult child evaluation</a:t>
                      </a:r>
                    </a:p>
                  </a:txBody>
                  <a:tcPr marL="91440" marR="91440" marT="45720" marB="45720">
                    <a:solidFill>
                      <a:srgbClr val="183849"/>
                    </a:solidFill>
                  </a:tcPr>
                </a:tc>
              </a:tr>
              <a:tr h="733425">
                <a:tc>
                  <a:txBody>
                    <a:bodyPr/>
                    <a:lstStyle/>
                    <a:p>
                      <a:r>
                        <a:rPr sz="1800" b="0">
                          <a:solidFill>
                            <a:srgbClr val="183849"/>
                          </a:solidFill>
                          <a:latin typeface="Arial"/>
                          <a:ea typeface="Arial"/>
                          <a:cs typeface="Arial"/>
                        </a:rPr>
                        <a:t>First touch</a:t>
                      </a:r>
                    </a:p>
                  </a:txBody>
                  <a:tcPr marL="91440" marR="91440" marT="45720" marB="45720">
                    <a:solidFill>
                      <a:srgbClr val="F1F3EF"/>
                    </a:solidFill>
                  </a:tcPr>
                </a:tc>
                <a:tc>
                  <a:txBody>
                    <a:bodyPr/>
                    <a:lstStyle/>
                    <a:p>
                      <a:r>
                        <a:rPr sz="1800" b="0">
                          <a:solidFill>
                            <a:srgbClr val="183849"/>
                          </a:solidFill>
                          <a:latin typeface="Arial"/>
                          <a:ea typeface="Arial"/>
                          <a:cs typeface="Arial"/>
                        </a:rPr>
                        <a:t>Proposed community discussion</a:t>
                      </a:r>
                    </a:p>
                    <a:p>
                      <a:r>
                        <a:rPr sz="1800" b="0">
                          <a:solidFill>
                            <a:srgbClr val="183849"/>
                          </a:solidFill>
                          <a:latin typeface="Arial"/>
                          <a:ea typeface="Arial"/>
                          <a:cs typeface="Arial"/>
                        </a:rPr>
                        <a:t>Large-print card</a:t>
                      </a:r>
                    </a:p>
                  </a:txBody>
                  <a:tcPr marL="91440" marR="91440" marT="45720" marB="45720">
                    <a:solidFill>
                      <a:srgbClr val="F1F3EF"/>
                    </a:solidFill>
                  </a:tcPr>
                </a:tc>
                <a:tc>
                  <a:txBody>
                    <a:bodyPr/>
                    <a:lstStyle/>
                    <a:p>
                      <a:r>
                        <a:rPr sz="1800" b="0">
                          <a:solidFill>
                            <a:srgbClr val="183849"/>
                          </a:solidFill>
                          <a:latin typeface="Arial"/>
                          <a:ea typeface="Arial"/>
                          <a:cs typeface="Arial"/>
                        </a:rPr>
                        <a:t>Instagram concept film</a:t>
                      </a:r>
                    </a:p>
                    <a:p>
                      <a:r>
                        <a:rPr sz="1800" b="0">
                          <a:solidFill>
                            <a:srgbClr val="183849"/>
                          </a:solidFill>
                          <a:latin typeface="Arial"/>
                          <a:ea typeface="Arial"/>
                          <a:cs typeface="Arial"/>
                        </a:rPr>
                        <a:t>Family decision guide</a:t>
                      </a:r>
                    </a:p>
                  </a:txBody>
                  <a:tcPr marL="91440" marR="91440" marT="45720" marB="45720">
                    <a:solidFill>
                      <a:srgbClr val="F1F3EF"/>
                    </a:solidFill>
                  </a:tcPr>
                </a:tc>
              </a:tr>
              <a:tr h="733425">
                <a:tc>
                  <a:txBody>
                    <a:bodyPr/>
                    <a:lstStyle/>
                    <a:p>
                      <a:r>
                        <a:rPr sz="1800" b="0">
                          <a:solidFill>
                            <a:srgbClr val="183849"/>
                          </a:solidFill>
                          <a:latin typeface="Arial"/>
                          <a:ea typeface="Arial"/>
                          <a:cs typeface="Arial"/>
                        </a:rPr>
                        <a:t>Deeper content</a:t>
                      </a:r>
                    </a:p>
                  </a:txBody>
                  <a:tcPr marL="91440" marR="91440" marT="45720" marB="45720">
                    <a:solidFill>
                      <a:srgbClr val="FFFFFF"/>
                    </a:solidFill>
                  </a:tcPr>
                </a:tc>
                <a:tc>
                  <a:txBody>
                    <a:bodyPr/>
                    <a:lstStyle/>
                    <a:p>
                      <a:r>
                        <a:rPr sz="1800" b="0">
                          <a:solidFill>
                            <a:srgbClr val="183849"/>
                          </a:solidFill>
                          <a:latin typeface="Arial"/>
                          <a:ea typeface="Arial"/>
                          <a:cs typeface="Arial"/>
                        </a:rPr>
                        <a:t>Captioned YouTube explainer</a:t>
                      </a:r>
                    </a:p>
                    <a:p>
                      <a:r>
                        <a:rPr sz="1800" b="0">
                          <a:solidFill>
                            <a:srgbClr val="183849"/>
                          </a:solidFill>
                          <a:latin typeface="Arial"/>
                          <a:ea typeface="Arial"/>
                          <a:cs typeface="Arial"/>
                        </a:rPr>
                        <a:t>Optional facilitated reading</a:t>
                      </a:r>
                    </a:p>
                  </a:txBody>
                  <a:tcPr marL="91440" marR="91440" marT="45720" marB="45720">
                    <a:solidFill>
                      <a:srgbClr val="FFFFFF"/>
                    </a:solidFill>
                  </a:tcPr>
                </a:tc>
                <a:tc>
                  <a:txBody>
                    <a:bodyPr/>
                    <a:lstStyle/>
                    <a:p>
                      <a:r>
                        <a:rPr sz="1800" b="0">
                          <a:solidFill>
                            <a:srgbClr val="183849"/>
                          </a:solidFill>
                          <a:latin typeface="Arial"/>
                          <a:ea typeface="Arial"/>
                          <a:cs typeface="Arial"/>
                        </a:rPr>
                        <a:t>Evidence FAQ and email updates</a:t>
                      </a:r>
                    </a:p>
                    <a:p>
                      <a:r>
                        <a:rPr sz="1800" b="0">
                          <a:solidFill>
                            <a:srgbClr val="183849"/>
                          </a:solidFill>
                          <a:latin typeface="Arial"/>
                          <a:ea typeface="Arial"/>
                          <a:cs typeface="Arial"/>
                        </a:rPr>
                        <a:t>Only after opt-in systems exist</a:t>
                      </a:r>
                    </a:p>
                  </a:txBody>
                  <a:tcPr marL="91440" marR="91440" marT="45720" marB="45720">
                    <a:solidFill>
                      <a:srgbClr val="FFFFFF"/>
                    </a:solidFill>
                  </a:tcPr>
                </a:tc>
              </a:tr>
              <a:tr h="733425">
                <a:tc>
                  <a:txBody>
                    <a:bodyPr/>
                    <a:lstStyle/>
                    <a:p>
                      <a:r>
                        <a:rPr sz="1800" b="0">
                          <a:solidFill>
                            <a:srgbClr val="183849"/>
                          </a:solidFill>
                          <a:latin typeface="Arial"/>
                          <a:ea typeface="Arial"/>
                          <a:cs typeface="Arial"/>
                        </a:rPr>
                        <a:t>Next action</a:t>
                      </a:r>
                    </a:p>
                  </a:txBody>
                  <a:tcPr marL="91440" marR="91440" marT="45720" marB="45720">
                    <a:solidFill>
                      <a:srgbClr val="F1F3EF"/>
                    </a:solidFill>
                  </a:tcPr>
                </a:tc>
                <a:tc>
                  <a:txBody>
                    <a:bodyPr/>
                    <a:lstStyle/>
                    <a:p>
                      <a:r>
                        <a:rPr sz="1800" b="0">
                          <a:solidFill>
                            <a:srgbClr val="183849"/>
                          </a:solidFill>
                          <a:latin typeface="Arial"/>
                          <a:ea typeface="Arial"/>
                          <a:cs typeface="Arial"/>
                        </a:rPr>
                        <a:t>Name a preference and boundary</a:t>
                      </a:r>
                    </a:p>
                  </a:txBody>
                  <a:tcPr marL="91440" marR="91440" marT="45720" marB="45720">
                    <a:solidFill>
                      <a:srgbClr val="F1F3EF"/>
                    </a:solidFill>
                  </a:tcPr>
                </a:tc>
                <a:tc>
                  <a:txBody>
                    <a:bodyPr/>
                    <a:lstStyle/>
                    <a:p>
                      <a:r>
                        <a:rPr sz="1800" b="0">
                          <a:solidFill>
                            <a:srgbClr val="183849"/>
                          </a:solidFill>
                          <a:latin typeface="Arial"/>
                          <a:ea typeface="Arial"/>
                          <a:cs typeface="Arial"/>
                        </a:rPr>
                        <a:t>Discuss the guide with the parent</a:t>
                      </a:r>
                    </a:p>
                  </a:txBody>
                  <a:tcPr marL="91440" marR="91440" marT="45720" marB="45720">
                    <a:solidFill>
                      <a:srgbClr val="F1F3EF"/>
                    </a:solidFill>
                  </a:tcPr>
                </a:tc>
              </a:tr>
              <a:tr h="733425">
                <a:tc>
                  <a:txBody>
                    <a:bodyPr/>
                    <a:lstStyle/>
                    <a:p>
                      <a:r>
                        <a:rPr sz="1800" b="0">
                          <a:solidFill>
                            <a:srgbClr val="183849"/>
                          </a:solidFill>
                          <a:latin typeface="Arial"/>
                          <a:ea typeface="Arial"/>
                          <a:cs typeface="Arial"/>
                        </a:rPr>
                        <a:t>Learning signal</a:t>
                      </a:r>
                    </a:p>
                  </a:txBody>
                  <a:tcPr marL="91440" marR="91440" marT="45720" marB="45720">
                    <a:solidFill>
                      <a:srgbClr val="FFFFFF"/>
                    </a:solidFill>
                  </a:tcPr>
                </a:tc>
                <a:tc>
                  <a:txBody>
                    <a:bodyPr/>
                    <a:lstStyle/>
                    <a:p>
                      <a:r>
                        <a:rPr sz="1800" b="0">
                          <a:solidFill>
                            <a:srgbClr val="183849"/>
                          </a:solidFill>
                          <a:latin typeface="Arial"/>
                          <a:ea typeface="Arial"/>
                          <a:cs typeface="Arial"/>
                        </a:rPr>
                        <a:t>Accurate explanation of the idea</a:t>
                      </a:r>
                    </a:p>
                  </a:txBody>
                  <a:tcPr marL="91440" marR="91440" marT="45720" marB="45720">
                    <a:solidFill>
                      <a:srgbClr val="FFFFFF"/>
                    </a:solidFill>
                  </a:tcPr>
                </a:tc>
                <a:tc>
                  <a:txBody>
                    <a:bodyPr/>
                    <a:lstStyle/>
                    <a:p>
                      <a:r>
                        <a:rPr sz="1800" b="0">
                          <a:solidFill>
                            <a:srgbClr val="183849"/>
                          </a:solidFill>
                          <a:latin typeface="Arial"/>
                          <a:ea typeface="Arial"/>
                          <a:cs typeface="Arial"/>
                        </a:rPr>
                        <a:t>Qualified questions and guide use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C4A9B8-CE3E-4EE3-AD00-7121D37A6565}"/>
              </a:ext>
            </a:extLst>
          </p:cNvPr>
          <p:cNvSpPr>
            <a:spLocks xmlns:a="http://schemas.openxmlformats.org/drawingml/2006/main" noGrp="1"/>
          </p:cNvSpPr>
          <p:nvPr/>
        </p:nvSpPr>
        <p:spPr>
          <a:xfrm xmlns:a="http://schemas.openxmlformats.org/drawingml/2006/main">
            <a:off x="590550" y="582930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0">
                <a:solidFill>
                  <a:srgbClr val="53656D"/>
                </a:solidFill>
                <a:latin typeface="Arial"/>
                <a:ea typeface="Arial"/>
                <a:cs typeface="Arial"/>
              </a:defRPr>
            </a:defPPr>
            <a:lvl1pPr>
              <a:defRPr sz="1650" b="0">
                <a:solidFill>
                  <a:srgbClr val="53656D"/>
                </a:solidFill>
                <a:latin typeface="Arial"/>
                <a:ea typeface="Arial"/>
                <a:cs typeface="Arial"/>
              </a:defRPr>
            </a:lvl1pPr>
            <a:lvl2pPr>
              <a:defRPr sz="1650" b="0">
                <a:solidFill>
                  <a:srgbClr val="53656D"/>
                </a:solidFill>
                <a:latin typeface="Arial"/>
                <a:ea typeface="Arial"/>
                <a:cs typeface="Arial"/>
              </a:defRPr>
            </a:lvl2pPr>
            <a:lvl3pPr>
              <a:defRPr sz="1650" b="0">
                <a:solidFill>
                  <a:srgbClr val="53656D"/>
                </a:solidFill>
                <a:latin typeface="Arial"/>
                <a:ea typeface="Arial"/>
                <a:cs typeface="Arial"/>
              </a:defRPr>
            </a:lvl3pPr>
            <a:lvl4pPr>
              <a:defRPr sz="1650" b="0">
                <a:solidFill>
                  <a:srgbClr val="53656D"/>
                </a:solidFill>
                <a:latin typeface="Arial"/>
                <a:ea typeface="Arial"/>
                <a:cs typeface="Arial"/>
              </a:defRPr>
            </a:lvl4pPr>
            <a:lvl5pPr>
              <a:defRPr sz="1650" b="0">
                <a:solidFill>
                  <a:srgbClr val="53656D"/>
                </a:solidFill>
                <a:latin typeface="Arial"/>
                <a:ea typeface="Arial"/>
                <a:cs typeface="Arial"/>
              </a:defRPr>
            </a:lvl5pPr>
            <a:lvl6pPr>
              <a:defRPr sz="1650" b="0">
                <a:solidFill>
                  <a:srgbClr val="53656D"/>
                </a:solidFill>
                <a:latin typeface="Arial"/>
                <a:ea typeface="Arial"/>
                <a:cs typeface="Arial"/>
              </a:defRPr>
            </a:lvl6pPr>
            <a:lvl7pPr>
              <a:defRPr sz="1650" b="0">
                <a:solidFill>
                  <a:srgbClr val="53656D"/>
                </a:solidFill>
                <a:latin typeface="Arial"/>
                <a:ea typeface="Arial"/>
                <a:cs typeface="Arial"/>
              </a:defRPr>
            </a:lvl7pPr>
            <a:lvl8pPr>
              <a:defRPr sz="1650" b="0">
                <a:solidFill>
                  <a:srgbClr val="53656D"/>
                </a:solidFill>
                <a:latin typeface="Arial"/>
                <a:ea typeface="Arial"/>
                <a:cs typeface="Arial"/>
              </a:defRPr>
            </a:lvl8pPr>
            <a:lvl9pPr>
              <a:defRPr sz="1650" b="0">
                <a:solidFill>
                  <a:srgbClr val="53656D"/>
                </a:solidFill>
                <a:latin typeface="Arial"/>
                <a:ea typeface="Arial"/>
                <a:cs typeface="Arial"/>
              </a:defRPr>
            </a:lvl9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Chinese-language variants reach self-selected readers. Community partners and distribution access are not secured.</a:t>
            </a:r>
          </a:p>
        </p:txBody>
      </p:sp>
    </p:spTree>
    <p:extLst>
      <p:ext uri="{BB962C8B-B14F-4D97-AF65-F5344CB8AC3E}">
        <p14:creationId xmlns:p14="http://schemas.microsoft.com/office/powerpoint/2010/main" val="62133463"/>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913E08-63DB-4ECB-AD0E-1EC9C0DC9365}"/>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A first year with readiness gates</a:t>
            </a:r>
          </a:p>
        </p:txBody>
      </p:sp>
      <p:sp>
        <p:nvSpPr>
          <p:cNvPr id="2" name="">
            <a:extLst xmlns:a="http://schemas.openxmlformats.org/drawingml/2006/main">
              <a:ext uri="{FF2B5EF4-FFF2-40B4-BE49-F238E27FC236}">
                <a16:creationId xmlns:a16="http://schemas.microsoft.com/office/drawing/2014/main" id="{14280C0A-5C63-422E-AA60-2FD80BA4F2CB}"/>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Months begin after internal approval. Later phases may remain on hold.</a:t>
            </a:r>
          </a:p>
        </p:txBody>
      </p:sp>
      <p:sp>
        <p:nvSpPr>
          <p:cNvPr id="3" name="">
            <a:extLst xmlns:a="http://schemas.openxmlformats.org/drawingml/2006/main">
              <a:ext uri="{FF2B5EF4-FFF2-40B4-BE49-F238E27FC236}">
                <a16:creationId xmlns:a16="http://schemas.microsoft.com/office/drawing/2014/main" id="{0E7CE371-D7DD-42FC-BB45-3D58F0F121AD}"/>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6</a:t>
            </a:r>
          </a:p>
        </p:txBody>
      </p:sp>
      <p:graphicFrame>
        <p:nvGraphicFramePr>
          <p:cNvPr id="4" name="">
            <a:extLst xmlns:a="http://schemas.openxmlformats.org/drawingml/2006/main">
              <a:ext uri="{FF2B5EF4-FFF2-40B4-BE49-F238E27FC236}">
                <a16:creationId xmlns:a16="http://schemas.microsoft.com/office/drawing/2014/main" id="{7C762F86-7C80-45E1-AB26-812C70966056}"/>
              </a:ext>
            </a:extLst>
          </p:cNvPr>
          <p:cNvGraphicFramePr/>
          <p:nvPr/>
        </p:nvGraphicFramePr>
        <p:xfrm>
          <a:off xmlns:a="http://schemas.openxmlformats.org/drawingml/2006/main" x="571500" y="1876425"/>
          <a:ext xmlns:a="http://schemas.openxmlformats.org/drawingml/2006/main" cx="11049000" cy="3819525"/>
        </p:xfrm>
        <a:graphic xmlns:a="http://schemas.openxmlformats.org/drawingml/2006/main">
          <a:graphicData uri="http://schemas.openxmlformats.org/drawingml/2006/table">
            <a:tbl>
              <a:tblPr/>
              <a:tblGrid>
                <a:gridCol w="2143125"/>
                <a:gridCol w="4476750"/>
                <a:gridCol w="4429125"/>
              </a:tblGrid>
              <a:tr h="763905">
                <a:tc>
                  <a:txBody>
                    <a:bodyPr/>
                    <a:lstStyle/>
                    <a:p>
                      <a:r>
                        <a:rPr sz="1725" b="1">
                          <a:solidFill>
                            <a:srgbClr val="FFFFFF"/>
                          </a:solidFill>
                          <a:latin typeface="Arial"/>
                          <a:ea typeface="Arial"/>
                          <a:cs typeface="Arial"/>
                        </a:rPr>
                        <a:t>Period</a:t>
                      </a:r>
                    </a:p>
                  </a:txBody>
                  <a:tcPr marL="91440" marR="91440" marT="45720" marB="45720">
                    <a:solidFill>
                      <a:srgbClr val="183849"/>
                    </a:solidFill>
                  </a:tcPr>
                </a:tc>
                <a:tc>
                  <a:txBody>
                    <a:bodyPr/>
                    <a:lstStyle/>
                    <a:p>
                      <a:r>
                        <a:rPr sz="1725" b="1">
                          <a:solidFill>
                            <a:srgbClr val="FFFFFF"/>
                          </a:solidFill>
                          <a:latin typeface="Arial"/>
                          <a:ea typeface="Arial"/>
                          <a:cs typeface="Arial"/>
                        </a:rPr>
                        <a:t>Proposed work</a:t>
                      </a:r>
                    </a:p>
                  </a:txBody>
                  <a:tcPr marL="91440" marR="91440" marT="45720" marB="45720">
                    <a:solidFill>
                      <a:srgbClr val="183849"/>
                    </a:solidFill>
                  </a:tcPr>
                </a:tc>
                <a:tc>
                  <a:txBody>
                    <a:bodyPr/>
                    <a:lstStyle/>
                    <a:p>
                      <a:r>
                        <a:rPr sz="1725" b="1">
                          <a:solidFill>
                            <a:srgbClr val="FFFFFF"/>
                          </a:solidFill>
                          <a:latin typeface="Arial"/>
                          <a:ea typeface="Arial"/>
                          <a:cs typeface="Arial"/>
                        </a:rPr>
                        <a:t>Gate to the next phase</a:t>
                      </a:r>
                    </a:p>
                  </a:txBody>
                  <a:tcPr marL="91440" marR="91440" marT="45720" marB="45720">
                    <a:solidFill>
                      <a:srgbClr val="183849"/>
                    </a:solidFill>
                  </a:tcPr>
                </a:tc>
              </a:tr>
              <a:tr h="763905">
                <a:tc>
                  <a:txBody>
                    <a:bodyPr/>
                    <a:lstStyle/>
                    <a:p>
                      <a:r>
                        <a:rPr sz="1725" b="0">
                          <a:solidFill>
                            <a:srgbClr val="183849"/>
                          </a:solidFill>
                          <a:latin typeface="Arial"/>
                          <a:ea typeface="Arial"/>
                          <a:cs typeface="Arial"/>
                        </a:rPr>
                        <a:t>Months 1–3</a:t>
                      </a:r>
                    </a:p>
                  </a:txBody>
                  <a:tcPr marL="91440" marR="91440" marT="45720" marB="45720">
                    <a:solidFill>
                      <a:srgbClr val="F1F3EF"/>
                    </a:solidFill>
                  </a:tcPr>
                </a:tc>
                <a:tc>
                  <a:txBody>
                    <a:bodyPr/>
                    <a:lstStyle/>
                    <a:p>
                      <a:r>
                        <a:rPr sz="1725" b="0">
                          <a:solidFill>
                            <a:srgbClr val="183849"/>
                          </a:solidFill>
                          <a:latin typeface="Arial"/>
                          <a:ea typeface="Arial"/>
                          <a:cs typeface="Arial"/>
                        </a:rPr>
                        <a:t>Review scripts and claims</a:t>
                      </a:r>
                    </a:p>
                    <a:p>
                      <a:r>
                        <a:rPr sz="1725" b="0">
                          <a:solidFill>
                            <a:srgbClr val="183849"/>
                          </a:solidFill>
                          <a:latin typeface="Arial"/>
                          <a:ea typeface="Arial"/>
                          <a:cs typeface="Arial"/>
                        </a:rPr>
                        <a:t>Formative adult feedback</a:t>
                      </a:r>
                    </a:p>
                  </a:txBody>
                  <a:tcPr marL="91440" marR="91440" marT="45720" marB="45720">
                    <a:solidFill>
                      <a:srgbClr val="F1F3EF"/>
                    </a:solidFill>
                  </a:tcPr>
                </a:tc>
                <a:tc>
                  <a:txBody>
                    <a:bodyPr/>
                    <a:lstStyle/>
                    <a:p>
                      <a:r>
                        <a:rPr sz="1725" b="0">
                          <a:solidFill>
                            <a:srgbClr val="183849"/>
                          </a:solidFill>
                          <a:latin typeface="Arial"/>
                          <a:ea typeface="Arial"/>
                          <a:cs typeface="Arial"/>
                        </a:rPr>
                        <a:t>Clear understanding of status</a:t>
                      </a:r>
                    </a:p>
                    <a:p>
                      <a:r>
                        <a:rPr sz="1725" b="0">
                          <a:solidFill>
                            <a:srgbClr val="183849"/>
                          </a:solidFill>
                          <a:latin typeface="Arial"/>
                          <a:ea typeface="Arial"/>
                          <a:cs typeface="Arial"/>
                        </a:rPr>
                        <a:t>Resolve misleading expectations</a:t>
                      </a:r>
                    </a:p>
                  </a:txBody>
                  <a:tcPr marL="91440" marR="91440" marT="45720" marB="45720">
                    <a:solidFill>
                      <a:srgbClr val="F1F3EF"/>
                    </a:solidFill>
                  </a:tcPr>
                </a:tc>
              </a:tr>
              <a:tr h="763905">
                <a:tc>
                  <a:txBody>
                    <a:bodyPr/>
                    <a:lstStyle/>
                    <a:p>
                      <a:r>
                        <a:rPr sz="1725" b="0">
                          <a:solidFill>
                            <a:srgbClr val="183849"/>
                          </a:solidFill>
                          <a:latin typeface="Arial"/>
                          <a:ea typeface="Arial"/>
                          <a:cs typeface="Arial"/>
                        </a:rPr>
                        <a:t>Months 4–6</a:t>
                      </a:r>
                    </a:p>
                  </a:txBody>
                  <a:tcPr marL="91440" marR="91440" marT="45720" marB="45720">
                    <a:solidFill>
                      <a:srgbClr val="FFFFFF"/>
                    </a:solidFill>
                  </a:tcPr>
                </a:tc>
                <a:tc>
                  <a:txBody>
                    <a:bodyPr/>
                    <a:lstStyle/>
                    <a:p>
                      <a:r>
                        <a:rPr sz="1725" b="0">
                          <a:solidFill>
                            <a:srgbClr val="183849"/>
                          </a:solidFill>
                          <a:latin typeface="Arial"/>
                          <a:ea typeface="Arial"/>
                          <a:cs typeface="Arial"/>
                        </a:rPr>
                        <a:t>Small owned-channel concept test</a:t>
                      </a:r>
                    </a:p>
                    <a:p>
                      <a:r>
                        <a:rPr sz="1725" b="0">
                          <a:solidFill>
                            <a:srgbClr val="183849"/>
                          </a:solidFill>
                          <a:latin typeface="Arial"/>
                          <a:ea typeface="Arial"/>
                          <a:cs typeface="Arial"/>
                        </a:rPr>
                        <a:t>Refine FAQ and language versions</a:t>
                      </a:r>
                    </a:p>
                  </a:txBody>
                  <a:tcPr marL="91440" marR="91440" marT="45720" marB="45720">
                    <a:solidFill>
                      <a:srgbClr val="FFFFFF"/>
                    </a:solidFill>
                  </a:tcPr>
                </a:tc>
                <a:tc>
                  <a:txBody>
                    <a:bodyPr/>
                    <a:lstStyle/>
                    <a:p>
                      <a:r>
                        <a:rPr sz="1725" b="0">
                          <a:solidFill>
                            <a:srgbClr val="183849"/>
                          </a:solidFill>
                          <a:latin typeface="Arial"/>
                          <a:ea typeface="Arial"/>
                          <a:cs typeface="Arial"/>
                        </a:rPr>
                        <a:t>Usable baseline and resourcing</a:t>
                      </a:r>
                    </a:p>
                    <a:p>
                      <a:r>
                        <a:rPr sz="1725" b="0">
                          <a:solidFill>
                            <a:srgbClr val="183849"/>
                          </a:solidFill>
                          <a:latin typeface="Arial"/>
                          <a:ea typeface="Arial"/>
                          <a:cs typeface="Arial"/>
                        </a:rPr>
                        <a:t>Approved collection and consent</a:t>
                      </a:r>
                    </a:p>
                  </a:txBody>
                  <a:tcPr marL="91440" marR="91440" marT="45720" marB="45720">
                    <a:solidFill>
                      <a:srgbClr val="FFFFFF"/>
                    </a:solidFill>
                  </a:tcPr>
                </a:tc>
              </a:tr>
              <a:tr h="763905">
                <a:tc>
                  <a:txBody>
                    <a:bodyPr/>
                    <a:lstStyle/>
                    <a:p>
                      <a:r>
                        <a:rPr sz="1725" b="0">
                          <a:solidFill>
                            <a:srgbClr val="183849"/>
                          </a:solidFill>
                          <a:latin typeface="Arial"/>
                          <a:ea typeface="Arial"/>
                          <a:cs typeface="Arial"/>
                        </a:rPr>
                        <a:t>Months 7–9</a:t>
                      </a:r>
                    </a:p>
                  </a:txBody>
                  <a:tcPr marL="91440" marR="91440" marT="45720" marB="45720">
                    <a:solidFill>
                      <a:srgbClr val="F1F3EF"/>
                    </a:solidFill>
                  </a:tcPr>
                </a:tc>
                <a:tc>
                  <a:txBody>
                    <a:bodyPr/>
                    <a:lstStyle/>
                    <a:p>
                      <a:r>
                        <a:rPr sz="1725" b="0">
                          <a:solidFill>
                            <a:srgbClr val="183849"/>
                          </a:solidFill>
                          <a:latin typeface="Arial"/>
                          <a:ea typeface="Arial"/>
                          <a:cs typeface="Arial"/>
                        </a:rPr>
                        <a:t>Scoped demonstrations if ready</a:t>
                      </a:r>
                    </a:p>
                    <a:p>
                      <a:r>
                        <a:rPr sz="1725" b="0">
                          <a:solidFill>
                            <a:srgbClr val="183849"/>
                          </a:solidFill>
                          <a:latin typeface="Arial"/>
                          <a:ea typeface="Arial"/>
                          <a:cs typeface="Arial"/>
                        </a:rPr>
                        <a:t>Capture permissioned questions</a:t>
                      </a:r>
                    </a:p>
                  </a:txBody>
                  <a:tcPr marL="91440" marR="91440" marT="45720" marB="45720">
                    <a:solidFill>
                      <a:srgbClr val="F1F3EF"/>
                    </a:solidFill>
                  </a:tcPr>
                </a:tc>
                <a:tc>
                  <a:txBody>
                    <a:bodyPr/>
                    <a:lstStyle/>
                    <a:p>
                      <a:r>
                        <a:rPr sz="1725" b="0">
                          <a:solidFill>
                            <a:srgbClr val="183849"/>
                          </a:solidFill>
                          <a:latin typeface="Arial"/>
                          <a:ea typeface="Arial"/>
                          <a:cs typeface="Arial"/>
                        </a:rPr>
                        <a:t>Confirmed product and staffing</a:t>
                      </a:r>
                    </a:p>
                    <a:p>
                      <a:r>
                        <a:rPr sz="1725" b="0">
                          <a:solidFill>
                            <a:srgbClr val="183849"/>
                          </a:solidFill>
                          <a:latin typeface="Arial"/>
                          <a:ea typeface="Arial"/>
                          <a:cs typeface="Arial"/>
                        </a:rPr>
                        <a:t>Documented scope and limits</a:t>
                      </a:r>
                    </a:p>
                  </a:txBody>
                  <a:tcPr marL="91440" marR="91440" marT="45720" marB="45720">
                    <a:solidFill>
                      <a:srgbClr val="F1F3EF"/>
                    </a:solidFill>
                  </a:tcPr>
                </a:tc>
              </a:tr>
              <a:tr h="763905">
                <a:tc>
                  <a:txBody>
                    <a:bodyPr/>
                    <a:lstStyle/>
                    <a:p>
                      <a:r>
                        <a:rPr sz="1725" b="0">
                          <a:solidFill>
                            <a:srgbClr val="183849"/>
                          </a:solidFill>
                          <a:latin typeface="Arial"/>
                          <a:ea typeface="Arial"/>
                          <a:cs typeface="Arial"/>
                        </a:rPr>
                        <a:t>Months 10–12</a:t>
                      </a:r>
                    </a:p>
                  </a:txBody>
                  <a:tcPr marL="91440" marR="91440" marT="45720" marB="45720">
                    <a:solidFill>
                      <a:srgbClr val="FFFFFF"/>
                    </a:solidFill>
                  </a:tcPr>
                </a:tc>
                <a:tc>
                  <a:txBody>
                    <a:bodyPr/>
                    <a:lstStyle/>
                    <a:p>
                      <a:r>
                        <a:rPr sz="1725" b="0">
                          <a:solidFill>
                            <a:srgbClr val="183849"/>
                          </a:solidFill>
                          <a:latin typeface="Arial"/>
                          <a:ea typeface="Arial"/>
                          <a:cs typeface="Arial"/>
                        </a:rPr>
                        <a:t>Expand the best-understood route</a:t>
                      </a:r>
                    </a:p>
                    <a:p>
                      <a:r>
                        <a:rPr sz="1725" b="0">
                          <a:solidFill>
                            <a:srgbClr val="183849"/>
                          </a:solidFill>
                          <a:latin typeface="Arial"/>
                          <a:ea typeface="Arial"/>
                          <a:cs typeface="Arial"/>
                        </a:rPr>
                        <a:t>Or continue concept learning</a:t>
                      </a:r>
                    </a:p>
                  </a:txBody>
                  <a:tcPr marL="91440" marR="91440" marT="45720" marB="45720">
                    <a:solidFill>
                      <a:srgbClr val="FFFFFF"/>
                    </a:solidFill>
                  </a:tcPr>
                </a:tc>
                <a:tc>
                  <a:txBody>
                    <a:bodyPr/>
                    <a:lstStyle/>
                    <a:p>
                      <a:r>
                        <a:rPr sz="1725" b="0">
                          <a:solidFill>
                            <a:srgbClr val="183849"/>
                          </a:solidFill>
                          <a:latin typeface="Arial"/>
                          <a:ea typeface="Arial"/>
                          <a:cs typeface="Arial"/>
                        </a:rPr>
                        <a:t>Evidence supports the next claim</a:t>
                      </a:r>
                    </a:p>
                    <a:p>
                      <a:r>
                        <a:rPr sz="1725" b="0">
                          <a:solidFill>
                            <a:srgbClr val="183849"/>
                          </a:solidFill>
                          <a:latin typeface="Arial"/>
                          <a:ea typeface="Arial"/>
                          <a:cs typeface="Arial"/>
                        </a:rPr>
                        <a:t>Monthly cost and quality review</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BC996C-9289-4104-B03E-0A6C6A33FD8F}"/>
              </a:ext>
            </a:extLst>
          </p:cNvPr>
          <p:cNvSpPr>
            <a:spLocks xmlns:a="http://schemas.openxmlformats.org/drawingml/2006/main" noGrp="1"/>
          </p:cNvSpPr>
          <p:nvPr/>
        </p:nvSpPr>
        <p:spPr>
          <a:xfrm xmlns:a="http://schemas.openxmlformats.org/drawingml/2006/main">
            <a:off x="590550" y="5886450"/>
            <a:ext cx="1085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0">
                <a:solidFill>
                  <a:srgbClr val="53656D"/>
                </a:solidFill>
                <a:latin typeface="Arial"/>
                <a:ea typeface="Arial"/>
                <a:cs typeface="Arial"/>
              </a:defRPr>
            </a:defPPr>
            <a:lvl1pPr>
              <a:defRPr sz="1650" b="0">
                <a:solidFill>
                  <a:srgbClr val="53656D"/>
                </a:solidFill>
                <a:latin typeface="Arial"/>
                <a:ea typeface="Arial"/>
                <a:cs typeface="Arial"/>
              </a:defRPr>
            </a:lvl1pPr>
            <a:lvl2pPr>
              <a:defRPr sz="1650" b="0">
                <a:solidFill>
                  <a:srgbClr val="53656D"/>
                </a:solidFill>
                <a:latin typeface="Arial"/>
                <a:ea typeface="Arial"/>
                <a:cs typeface="Arial"/>
              </a:defRPr>
            </a:lvl2pPr>
            <a:lvl3pPr>
              <a:defRPr sz="1650" b="0">
                <a:solidFill>
                  <a:srgbClr val="53656D"/>
                </a:solidFill>
                <a:latin typeface="Arial"/>
                <a:ea typeface="Arial"/>
                <a:cs typeface="Arial"/>
              </a:defRPr>
            </a:lvl3pPr>
            <a:lvl4pPr>
              <a:defRPr sz="1650" b="0">
                <a:solidFill>
                  <a:srgbClr val="53656D"/>
                </a:solidFill>
                <a:latin typeface="Arial"/>
                <a:ea typeface="Arial"/>
                <a:cs typeface="Arial"/>
              </a:defRPr>
            </a:lvl4pPr>
            <a:lvl5pPr>
              <a:defRPr sz="1650" b="0">
                <a:solidFill>
                  <a:srgbClr val="53656D"/>
                </a:solidFill>
                <a:latin typeface="Arial"/>
                <a:ea typeface="Arial"/>
                <a:cs typeface="Arial"/>
              </a:defRPr>
            </a:lvl5pPr>
            <a:lvl6pPr>
              <a:defRPr sz="1650" b="0">
                <a:solidFill>
                  <a:srgbClr val="53656D"/>
                </a:solidFill>
                <a:latin typeface="Arial"/>
                <a:ea typeface="Arial"/>
                <a:cs typeface="Arial"/>
              </a:defRPr>
            </a:lvl6pPr>
            <a:lvl7pPr>
              <a:defRPr sz="1650" b="0">
                <a:solidFill>
                  <a:srgbClr val="53656D"/>
                </a:solidFill>
                <a:latin typeface="Arial"/>
                <a:ea typeface="Arial"/>
                <a:cs typeface="Arial"/>
              </a:defRPr>
            </a:lvl7pPr>
            <a:lvl8pPr>
              <a:defRPr sz="1650" b="0">
                <a:solidFill>
                  <a:srgbClr val="53656D"/>
                </a:solidFill>
                <a:latin typeface="Arial"/>
                <a:ea typeface="Arial"/>
                <a:cs typeface="Arial"/>
              </a:defRPr>
            </a:lvl8pPr>
            <a:lvl9pPr>
              <a:defRPr sz="1650" b="0">
                <a:solidFill>
                  <a:srgbClr val="53656D"/>
                </a:solidFill>
                <a:latin typeface="Arial"/>
                <a:ea typeface="Arial"/>
                <a:cs typeface="Arial"/>
              </a:defRPr>
            </a:lvl9pPr>
          </a:lstStyle>
          <a:p xmlns:a="http://schemas.openxmlformats.org/drawingml/2006/main">
            <a:pPr>
              <a:defRPr sz="1650" b="0">
                <a:solidFill>
                  <a:srgbClr val="53656D"/>
                </a:solidFill>
                <a:latin typeface="Arial"/>
                <a:ea typeface="Arial"/>
                <a:cs typeface="Arial"/>
              </a:defRPr>
            </a:pPr>
            <a:r>
              <a:rPr sz="1650" b="0">
                <a:solidFill>
                  <a:srgbClr val="53656D"/>
                </a:solidFill>
                <a:latin typeface="Arial"/>
                <a:ea typeface="Arial"/>
                <a:cs typeface="Arial"/>
              </a:rPr>
              <a:t>Resourcing assumption: one content owner and access to product review. No budget or launch date has been approved.</a:t>
            </a:r>
          </a:p>
        </p:txBody>
      </p:sp>
    </p:spTree>
    <p:extLst>
      <p:ext uri="{BB962C8B-B14F-4D97-AF65-F5344CB8AC3E}">
        <p14:creationId xmlns:p14="http://schemas.microsoft.com/office/powerpoint/2010/main" val="694721761"/>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45DB34-B1D9-4A1A-84AE-669CAA06ED7C}"/>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Three executions make the idea concrete</a:t>
            </a:r>
          </a:p>
        </p:txBody>
      </p:sp>
      <p:sp>
        <p:nvSpPr>
          <p:cNvPr id="2" name="">
            <a:extLst xmlns:a="http://schemas.openxmlformats.org/drawingml/2006/main">
              <a:ext uri="{FF2B5EF4-FFF2-40B4-BE49-F238E27FC236}">
                <a16:creationId xmlns:a16="http://schemas.microsoft.com/office/drawing/2014/main" id="{D65C0B54-2FF5-444D-91E1-F23619B73F2A}"/>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All are proposed treatments, with development status visible</a:t>
            </a:r>
          </a:p>
        </p:txBody>
      </p:sp>
      <p:sp>
        <p:nvSpPr>
          <p:cNvPr id="3" name="">
            <a:extLst xmlns:a="http://schemas.openxmlformats.org/drawingml/2006/main">
              <a:ext uri="{FF2B5EF4-FFF2-40B4-BE49-F238E27FC236}">
                <a16:creationId xmlns:a16="http://schemas.microsoft.com/office/drawing/2014/main" id="{01B107AB-E975-48F1-8C02-AED30FE9B586}"/>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7</a:t>
            </a:r>
          </a:p>
        </p:txBody>
      </p:sp>
      <p:sp>
        <p:nvSpPr>
          <p:cNvPr id="4" name="">
            <a:extLst xmlns:a="http://schemas.openxmlformats.org/drawingml/2006/main">
              <a:ext uri="{FF2B5EF4-FFF2-40B4-BE49-F238E27FC236}">
                <a16:creationId xmlns:a16="http://schemas.microsoft.com/office/drawing/2014/main" id="{4F7BC4BB-F58C-4CEF-8DFC-2B549D0A1D06}"/>
              </a:ext>
            </a:extLst>
          </p:cNvPr>
          <p:cNvSpPr>
            <a:spLocks xmlns:a="http://schemas.openxmlformats.org/drawingml/2006/main" noGrp="1"/>
          </p:cNvSpPr>
          <p:nvPr/>
        </p:nvSpPr>
        <p:spPr>
          <a:xfrm xmlns:a="http://schemas.openxmlformats.org/drawingml/2006/main">
            <a:off x="590550" y="201930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176D69"/>
                </a:solidFill>
                <a:latin typeface="Arial"/>
                <a:ea typeface="Arial"/>
                <a:cs typeface="Arial"/>
              </a:defRPr>
            </a:defPPr>
            <a:lvl1pPr>
              <a:defRPr sz="2100" b="1">
                <a:solidFill>
                  <a:srgbClr val="176D69"/>
                </a:solidFill>
                <a:latin typeface="Arial"/>
                <a:ea typeface="Arial"/>
                <a:cs typeface="Arial"/>
              </a:defRPr>
            </a:lvl1pPr>
            <a:lvl2pPr>
              <a:defRPr sz="2100" b="1">
                <a:solidFill>
                  <a:srgbClr val="176D69"/>
                </a:solidFill>
                <a:latin typeface="Arial"/>
                <a:ea typeface="Arial"/>
                <a:cs typeface="Arial"/>
              </a:defRPr>
            </a:lvl2pPr>
            <a:lvl3pPr>
              <a:defRPr sz="2100" b="1">
                <a:solidFill>
                  <a:srgbClr val="176D69"/>
                </a:solidFill>
                <a:latin typeface="Arial"/>
                <a:ea typeface="Arial"/>
                <a:cs typeface="Arial"/>
              </a:defRPr>
            </a:lvl3pPr>
            <a:lvl4pPr>
              <a:defRPr sz="2100" b="1">
                <a:solidFill>
                  <a:srgbClr val="176D69"/>
                </a:solidFill>
                <a:latin typeface="Arial"/>
                <a:ea typeface="Arial"/>
                <a:cs typeface="Arial"/>
              </a:defRPr>
            </a:lvl4pPr>
            <a:lvl5pPr>
              <a:defRPr sz="2100" b="1">
                <a:solidFill>
                  <a:srgbClr val="176D69"/>
                </a:solidFill>
                <a:latin typeface="Arial"/>
                <a:ea typeface="Arial"/>
                <a:cs typeface="Arial"/>
              </a:defRPr>
            </a:lvl5pPr>
            <a:lvl6pPr>
              <a:defRPr sz="2100" b="1">
                <a:solidFill>
                  <a:srgbClr val="176D69"/>
                </a:solidFill>
                <a:latin typeface="Arial"/>
                <a:ea typeface="Arial"/>
                <a:cs typeface="Arial"/>
              </a:defRPr>
            </a:lvl6pPr>
            <a:lvl7pPr>
              <a:defRPr sz="2100" b="1">
                <a:solidFill>
                  <a:srgbClr val="176D69"/>
                </a:solidFill>
                <a:latin typeface="Arial"/>
                <a:ea typeface="Arial"/>
                <a:cs typeface="Arial"/>
              </a:defRPr>
            </a:lvl7pPr>
            <a:lvl8pPr>
              <a:defRPr sz="2100" b="1">
                <a:solidFill>
                  <a:srgbClr val="176D69"/>
                </a:solidFill>
                <a:latin typeface="Arial"/>
                <a:ea typeface="Arial"/>
                <a:cs typeface="Arial"/>
              </a:defRPr>
            </a:lvl8pPr>
            <a:lvl9pPr>
              <a:defRPr sz="2100" b="1">
                <a:solidFill>
                  <a:srgbClr val="176D69"/>
                </a:solidFill>
                <a:latin typeface="Arial"/>
                <a:ea typeface="Arial"/>
                <a:cs typeface="Arial"/>
              </a:defRPr>
            </a:lvl9pPr>
          </a:lstStyle>
          <a:p xmlns:a="http://schemas.openxmlformats.org/drawingml/2006/main">
            <a:pPr>
              <a:defRPr sz="2100" b="1">
                <a:solidFill>
                  <a:srgbClr val="176D69"/>
                </a:solidFill>
                <a:latin typeface="Arial"/>
                <a:ea typeface="Arial"/>
                <a:cs typeface="Arial"/>
              </a:defRPr>
            </a:pPr>
            <a:r>
              <a:rPr sz="2100" b="1">
                <a:solidFill>
                  <a:srgbClr val="176D69"/>
                </a:solidFill>
                <a:latin typeface="Arial"/>
                <a:ea typeface="Arial"/>
                <a:cs typeface="Arial"/>
              </a:rPr>
              <a:t>30-second film</a:t>
            </a:r>
          </a:p>
        </p:txBody>
      </p:sp>
      <p:sp>
        <p:nvSpPr>
          <p:cNvPr id="5" name="">
            <a:extLst xmlns:a="http://schemas.openxmlformats.org/drawingml/2006/main">
              <a:ext uri="{FF2B5EF4-FFF2-40B4-BE49-F238E27FC236}">
                <a16:creationId xmlns:a16="http://schemas.microsoft.com/office/drawing/2014/main" id="{7B772069-F500-4D39-8801-C07D869895BF}"/>
              </a:ext>
            </a:extLst>
          </p:cNvPr>
          <p:cNvSpPr>
            <a:spLocks xmlns:a="http://schemas.openxmlformats.org/drawingml/2006/main" noGrp="1"/>
          </p:cNvSpPr>
          <p:nvPr/>
        </p:nvSpPr>
        <p:spPr>
          <a:xfrm xmlns:a="http://schemas.openxmlformats.org/drawingml/2006/main">
            <a:off x="3571875" y="1971675"/>
            <a:ext cx="7953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950" b="0">
                <a:solidFill>
                  <a:srgbClr val="183849"/>
                </a:solidFill>
                <a:latin typeface="Arial"/>
                <a:ea typeface="Arial"/>
                <a:cs typeface="Arial"/>
              </a:defRPr>
            </a:defPPr>
            <a:lvl1pPr>
              <a:defRPr sz="1950" b="0">
                <a:solidFill>
                  <a:srgbClr val="183849"/>
                </a:solidFill>
                <a:latin typeface="Arial"/>
                <a:ea typeface="Arial"/>
                <a:cs typeface="Arial"/>
              </a:defRPr>
            </a:lvl1pPr>
            <a:lvl2pPr>
              <a:defRPr sz="1950" b="0">
                <a:solidFill>
                  <a:srgbClr val="183849"/>
                </a:solidFill>
                <a:latin typeface="Arial"/>
                <a:ea typeface="Arial"/>
                <a:cs typeface="Arial"/>
              </a:defRPr>
            </a:lvl2pPr>
            <a:lvl3pPr>
              <a:defRPr sz="1950" b="0">
                <a:solidFill>
                  <a:srgbClr val="183849"/>
                </a:solidFill>
                <a:latin typeface="Arial"/>
                <a:ea typeface="Arial"/>
                <a:cs typeface="Arial"/>
              </a:defRPr>
            </a:lvl3pPr>
            <a:lvl4pPr>
              <a:defRPr sz="1950" b="0">
                <a:solidFill>
                  <a:srgbClr val="183849"/>
                </a:solidFill>
                <a:latin typeface="Arial"/>
                <a:ea typeface="Arial"/>
                <a:cs typeface="Arial"/>
              </a:defRPr>
            </a:lvl4pPr>
            <a:lvl5pPr>
              <a:defRPr sz="1950" b="0">
                <a:solidFill>
                  <a:srgbClr val="183849"/>
                </a:solidFill>
                <a:latin typeface="Arial"/>
                <a:ea typeface="Arial"/>
                <a:cs typeface="Arial"/>
              </a:defRPr>
            </a:lvl5pPr>
            <a:lvl6pPr>
              <a:defRPr sz="1950" b="0">
                <a:solidFill>
                  <a:srgbClr val="183849"/>
                </a:solidFill>
                <a:latin typeface="Arial"/>
                <a:ea typeface="Arial"/>
                <a:cs typeface="Arial"/>
              </a:defRPr>
            </a:lvl6pPr>
            <a:lvl7pPr>
              <a:defRPr sz="1950" b="0">
                <a:solidFill>
                  <a:srgbClr val="183849"/>
                </a:solidFill>
                <a:latin typeface="Arial"/>
                <a:ea typeface="Arial"/>
                <a:cs typeface="Arial"/>
              </a:defRPr>
            </a:lvl7pPr>
            <a:lvl8pPr>
              <a:defRPr sz="1950" b="0">
                <a:solidFill>
                  <a:srgbClr val="183849"/>
                </a:solidFill>
                <a:latin typeface="Arial"/>
                <a:ea typeface="Arial"/>
                <a:cs typeface="Arial"/>
              </a:defRPr>
            </a:lvl8pPr>
            <a:lvl9pPr>
              <a:defRPr sz="1950" b="0">
                <a:solidFill>
                  <a:srgbClr val="183849"/>
                </a:solidFill>
                <a:latin typeface="Arial"/>
                <a:ea typeface="Arial"/>
                <a:cs typeface="Arial"/>
              </a:defRPr>
            </a:lvl9pPr>
          </a:lstStyle>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0–8s: “What would you want help with?”</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8–20s: parent names a task and a boundary.</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20–30s: title, status and conversation-card CTA.</a:t>
            </a:r>
          </a:p>
        </p:txBody>
      </p:sp>
      <p:sp>
        <p:nvSpPr>
          <p:cNvPr id="6" name="">
            <a:extLst xmlns:a="http://schemas.openxmlformats.org/drawingml/2006/main">
              <a:ext uri="{FF2B5EF4-FFF2-40B4-BE49-F238E27FC236}">
                <a16:creationId xmlns:a16="http://schemas.microsoft.com/office/drawing/2014/main" id="{9E5D2FE2-1656-46F2-A684-4A95E99447CB}"/>
              </a:ext>
            </a:extLst>
          </p:cNvPr>
          <p:cNvSpPr>
            <a:spLocks xmlns:a="http://schemas.openxmlformats.org/drawingml/2006/main" noGrp="1"/>
          </p:cNvSpPr>
          <p:nvPr/>
        </p:nvSpPr>
        <p:spPr>
          <a:xfrm xmlns:a="http://schemas.openxmlformats.org/drawingml/2006/main">
            <a:off x="590550" y="3343275"/>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176D69"/>
                </a:solidFill>
                <a:latin typeface="Arial"/>
                <a:ea typeface="Arial"/>
                <a:cs typeface="Arial"/>
              </a:defRPr>
            </a:defPPr>
            <a:lvl1pPr>
              <a:defRPr sz="2100" b="1">
                <a:solidFill>
                  <a:srgbClr val="176D69"/>
                </a:solidFill>
                <a:latin typeface="Arial"/>
                <a:ea typeface="Arial"/>
                <a:cs typeface="Arial"/>
              </a:defRPr>
            </a:lvl1pPr>
            <a:lvl2pPr>
              <a:defRPr sz="2100" b="1">
                <a:solidFill>
                  <a:srgbClr val="176D69"/>
                </a:solidFill>
                <a:latin typeface="Arial"/>
                <a:ea typeface="Arial"/>
                <a:cs typeface="Arial"/>
              </a:defRPr>
            </a:lvl2pPr>
            <a:lvl3pPr>
              <a:defRPr sz="2100" b="1">
                <a:solidFill>
                  <a:srgbClr val="176D69"/>
                </a:solidFill>
                <a:latin typeface="Arial"/>
                <a:ea typeface="Arial"/>
                <a:cs typeface="Arial"/>
              </a:defRPr>
            </a:lvl3pPr>
            <a:lvl4pPr>
              <a:defRPr sz="2100" b="1">
                <a:solidFill>
                  <a:srgbClr val="176D69"/>
                </a:solidFill>
                <a:latin typeface="Arial"/>
                <a:ea typeface="Arial"/>
                <a:cs typeface="Arial"/>
              </a:defRPr>
            </a:lvl4pPr>
            <a:lvl5pPr>
              <a:defRPr sz="2100" b="1">
                <a:solidFill>
                  <a:srgbClr val="176D69"/>
                </a:solidFill>
                <a:latin typeface="Arial"/>
                <a:ea typeface="Arial"/>
                <a:cs typeface="Arial"/>
              </a:defRPr>
            </a:lvl5pPr>
            <a:lvl6pPr>
              <a:defRPr sz="2100" b="1">
                <a:solidFill>
                  <a:srgbClr val="176D69"/>
                </a:solidFill>
                <a:latin typeface="Arial"/>
                <a:ea typeface="Arial"/>
                <a:cs typeface="Arial"/>
              </a:defRPr>
            </a:lvl6pPr>
            <a:lvl7pPr>
              <a:defRPr sz="2100" b="1">
                <a:solidFill>
                  <a:srgbClr val="176D69"/>
                </a:solidFill>
                <a:latin typeface="Arial"/>
                <a:ea typeface="Arial"/>
                <a:cs typeface="Arial"/>
              </a:defRPr>
            </a:lvl7pPr>
            <a:lvl8pPr>
              <a:defRPr sz="2100" b="1">
                <a:solidFill>
                  <a:srgbClr val="176D69"/>
                </a:solidFill>
                <a:latin typeface="Arial"/>
                <a:ea typeface="Arial"/>
                <a:cs typeface="Arial"/>
              </a:defRPr>
            </a:lvl8pPr>
            <a:lvl9pPr>
              <a:defRPr sz="2100" b="1">
                <a:solidFill>
                  <a:srgbClr val="176D69"/>
                </a:solidFill>
                <a:latin typeface="Arial"/>
                <a:ea typeface="Arial"/>
                <a:cs typeface="Arial"/>
              </a:defRPr>
            </a:lvl9pPr>
          </a:lstStyle>
          <a:p xmlns:a="http://schemas.openxmlformats.org/drawingml/2006/main">
            <a:pPr>
              <a:defRPr sz="2100" b="1">
                <a:solidFill>
                  <a:srgbClr val="176D69"/>
                </a:solidFill>
                <a:latin typeface="Arial"/>
                <a:ea typeface="Arial"/>
                <a:cs typeface="Arial"/>
              </a:defRPr>
            </a:pPr>
            <a:r>
              <a:rPr sz="2100" b="1">
                <a:solidFill>
                  <a:srgbClr val="176D69"/>
                </a:solidFill>
                <a:latin typeface="Arial"/>
                <a:ea typeface="Arial"/>
                <a:cs typeface="Arial"/>
              </a:rPr>
              <a:t>Four-frame carousel</a:t>
            </a:r>
          </a:p>
        </p:txBody>
      </p:sp>
      <p:sp>
        <p:nvSpPr>
          <p:cNvPr id="7" name="">
            <a:extLst xmlns:a="http://schemas.openxmlformats.org/drawingml/2006/main">
              <a:ext uri="{FF2B5EF4-FFF2-40B4-BE49-F238E27FC236}">
                <a16:creationId xmlns:a16="http://schemas.microsoft.com/office/drawing/2014/main" id="{735AA664-9C3A-4FD8-AE78-1576871EBCD4}"/>
              </a:ext>
            </a:extLst>
          </p:cNvPr>
          <p:cNvSpPr>
            <a:spLocks xmlns:a="http://schemas.openxmlformats.org/drawingml/2006/main" noGrp="1"/>
          </p:cNvSpPr>
          <p:nvPr/>
        </p:nvSpPr>
        <p:spPr>
          <a:xfrm xmlns:a="http://schemas.openxmlformats.org/drawingml/2006/main">
            <a:off x="3571875" y="3295650"/>
            <a:ext cx="7953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950" b="0">
                <a:solidFill>
                  <a:srgbClr val="183849"/>
                </a:solidFill>
                <a:latin typeface="Arial"/>
                <a:ea typeface="Arial"/>
                <a:cs typeface="Arial"/>
              </a:defRPr>
            </a:defPPr>
            <a:lvl1pPr>
              <a:defRPr sz="1950" b="0">
                <a:solidFill>
                  <a:srgbClr val="183849"/>
                </a:solidFill>
                <a:latin typeface="Arial"/>
                <a:ea typeface="Arial"/>
                <a:cs typeface="Arial"/>
              </a:defRPr>
            </a:lvl1pPr>
            <a:lvl2pPr>
              <a:defRPr sz="1950" b="0">
                <a:solidFill>
                  <a:srgbClr val="183849"/>
                </a:solidFill>
                <a:latin typeface="Arial"/>
                <a:ea typeface="Arial"/>
                <a:cs typeface="Arial"/>
              </a:defRPr>
            </a:lvl2pPr>
            <a:lvl3pPr>
              <a:defRPr sz="1950" b="0">
                <a:solidFill>
                  <a:srgbClr val="183849"/>
                </a:solidFill>
                <a:latin typeface="Arial"/>
                <a:ea typeface="Arial"/>
                <a:cs typeface="Arial"/>
              </a:defRPr>
            </a:lvl3pPr>
            <a:lvl4pPr>
              <a:defRPr sz="1950" b="0">
                <a:solidFill>
                  <a:srgbClr val="183849"/>
                </a:solidFill>
                <a:latin typeface="Arial"/>
                <a:ea typeface="Arial"/>
                <a:cs typeface="Arial"/>
              </a:defRPr>
            </a:lvl4pPr>
            <a:lvl5pPr>
              <a:defRPr sz="1950" b="0">
                <a:solidFill>
                  <a:srgbClr val="183849"/>
                </a:solidFill>
                <a:latin typeface="Arial"/>
                <a:ea typeface="Arial"/>
                <a:cs typeface="Arial"/>
              </a:defRPr>
            </a:lvl5pPr>
            <a:lvl6pPr>
              <a:defRPr sz="1950" b="0">
                <a:solidFill>
                  <a:srgbClr val="183849"/>
                </a:solidFill>
                <a:latin typeface="Arial"/>
                <a:ea typeface="Arial"/>
                <a:cs typeface="Arial"/>
              </a:defRPr>
            </a:lvl6pPr>
            <a:lvl7pPr>
              <a:defRPr sz="1950" b="0">
                <a:solidFill>
                  <a:srgbClr val="183849"/>
                </a:solidFill>
                <a:latin typeface="Arial"/>
                <a:ea typeface="Arial"/>
                <a:cs typeface="Arial"/>
              </a:defRPr>
            </a:lvl7pPr>
            <a:lvl8pPr>
              <a:defRPr sz="1950" b="0">
                <a:solidFill>
                  <a:srgbClr val="183849"/>
                </a:solidFill>
                <a:latin typeface="Arial"/>
                <a:ea typeface="Arial"/>
                <a:cs typeface="Arial"/>
              </a:defRPr>
            </a:lvl8pPr>
            <a:lvl9pPr>
              <a:defRPr sz="1950" b="0">
                <a:solidFill>
                  <a:srgbClr val="183849"/>
                </a:solidFill>
                <a:latin typeface="Arial"/>
                <a:ea typeface="Arial"/>
                <a:cs typeface="Arial"/>
              </a:defRPr>
            </a:lvl9pPr>
          </a:lstStyle>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1: one welcome task. 2: one boundary.</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3: one question for the team.</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4: “Discuss your choices together.”</a:t>
            </a:r>
          </a:p>
        </p:txBody>
      </p:sp>
      <p:sp>
        <p:nvSpPr>
          <p:cNvPr id="8" name="">
            <a:extLst xmlns:a="http://schemas.openxmlformats.org/drawingml/2006/main">
              <a:ext uri="{FF2B5EF4-FFF2-40B4-BE49-F238E27FC236}">
                <a16:creationId xmlns:a16="http://schemas.microsoft.com/office/drawing/2014/main" id="{021CEC9B-9955-4B5E-81CE-2B7FC10B6410}"/>
              </a:ext>
            </a:extLst>
          </p:cNvPr>
          <p:cNvSpPr>
            <a:spLocks xmlns:a="http://schemas.openxmlformats.org/drawingml/2006/main" noGrp="1"/>
          </p:cNvSpPr>
          <p:nvPr/>
        </p:nvSpPr>
        <p:spPr>
          <a:xfrm xmlns:a="http://schemas.openxmlformats.org/drawingml/2006/main">
            <a:off x="590550" y="466725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176D69"/>
                </a:solidFill>
                <a:latin typeface="Arial"/>
                <a:ea typeface="Arial"/>
                <a:cs typeface="Arial"/>
              </a:defRPr>
            </a:defPPr>
            <a:lvl1pPr>
              <a:defRPr sz="2100" b="1">
                <a:solidFill>
                  <a:srgbClr val="176D69"/>
                </a:solidFill>
                <a:latin typeface="Arial"/>
                <a:ea typeface="Arial"/>
                <a:cs typeface="Arial"/>
              </a:defRPr>
            </a:lvl1pPr>
            <a:lvl2pPr>
              <a:defRPr sz="2100" b="1">
                <a:solidFill>
                  <a:srgbClr val="176D69"/>
                </a:solidFill>
                <a:latin typeface="Arial"/>
                <a:ea typeface="Arial"/>
                <a:cs typeface="Arial"/>
              </a:defRPr>
            </a:lvl2pPr>
            <a:lvl3pPr>
              <a:defRPr sz="2100" b="1">
                <a:solidFill>
                  <a:srgbClr val="176D69"/>
                </a:solidFill>
                <a:latin typeface="Arial"/>
                <a:ea typeface="Arial"/>
                <a:cs typeface="Arial"/>
              </a:defRPr>
            </a:lvl3pPr>
            <a:lvl4pPr>
              <a:defRPr sz="2100" b="1">
                <a:solidFill>
                  <a:srgbClr val="176D69"/>
                </a:solidFill>
                <a:latin typeface="Arial"/>
                <a:ea typeface="Arial"/>
                <a:cs typeface="Arial"/>
              </a:defRPr>
            </a:lvl4pPr>
            <a:lvl5pPr>
              <a:defRPr sz="2100" b="1">
                <a:solidFill>
                  <a:srgbClr val="176D69"/>
                </a:solidFill>
                <a:latin typeface="Arial"/>
                <a:ea typeface="Arial"/>
                <a:cs typeface="Arial"/>
              </a:defRPr>
            </a:lvl5pPr>
            <a:lvl6pPr>
              <a:defRPr sz="2100" b="1">
                <a:solidFill>
                  <a:srgbClr val="176D69"/>
                </a:solidFill>
                <a:latin typeface="Arial"/>
                <a:ea typeface="Arial"/>
                <a:cs typeface="Arial"/>
              </a:defRPr>
            </a:lvl6pPr>
            <a:lvl7pPr>
              <a:defRPr sz="2100" b="1">
                <a:solidFill>
                  <a:srgbClr val="176D69"/>
                </a:solidFill>
                <a:latin typeface="Arial"/>
                <a:ea typeface="Arial"/>
                <a:cs typeface="Arial"/>
              </a:defRPr>
            </a:lvl7pPr>
            <a:lvl8pPr>
              <a:defRPr sz="2100" b="1">
                <a:solidFill>
                  <a:srgbClr val="176D69"/>
                </a:solidFill>
                <a:latin typeface="Arial"/>
                <a:ea typeface="Arial"/>
                <a:cs typeface="Arial"/>
              </a:defRPr>
            </a:lvl8pPr>
            <a:lvl9pPr>
              <a:defRPr sz="2100" b="1">
                <a:solidFill>
                  <a:srgbClr val="176D69"/>
                </a:solidFill>
                <a:latin typeface="Arial"/>
                <a:ea typeface="Arial"/>
                <a:cs typeface="Arial"/>
              </a:defRPr>
            </a:lvl9pPr>
          </a:lstStyle>
          <a:p xmlns:a="http://schemas.openxmlformats.org/drawingml/2006/main">
            <a:pPr>
              <a:defRPr sz="2100" b="1">
                <a:solidFill>
                  <a:srgbClr val="176D69"/>
                </a:solidFill>
                <a:latin typeface="Arial"/>
                <a:ea typeface="Arial"/>
                <a:cs typeface="Arial"/>
              </a:defRPr>
            </a:pPr>
            <a:r>
              <a:rPr sz="2100" b="1">
                <a:solidFill>
                  <a:srgbClr val="176D69"/>
                </a:solidFill>
                <a:latin typeface="Arial"/>
                <a:ea typeface="Arial"/>
                <a:cs typeface="Arial"/>
              </a:rPr>
              <a:t>60-second explainer</a:t>
            </a:r>
          </a:p>
        </p:txBody>
      </p:sp>
      <p:sp>
        <p:nvSpPr>
          <p:cNvPr id="9" name="">
            <a:extLst xmlns:a="http://schemas.openxmlformats.org/drawingml/2006/main">
              <a:ext uri="{FF2B5EF4-FFF2-40B4-BE49-F238E27FC236}">
                <a16:creationId xmlns:a16="http://schemas.microsoft.com/office/drawing/2014/main" id="{CF3040BE-BD24-44D5-A8F3-94B82F1539E9}"/>
              </a:ext>
            </a:extLst>
          </p:cNvPr>
          <p:cNvSpPr>
            <a:spLocks xmlns:a="http://schemas.openxmlformats.org/drawingml/2006/main" noGrp="1"/>
          </p:cNvSpPr>
          <p:nvPr/>
        </p:nvSpPr>
        <p:spPr>
          <a:xfrm xmlns:a="http://schemas.openxmlformats.org/drawingml/2006/main">
            <a:off x="3571875" y="4619625"/>
            <a:ext cx="7953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950" b="0">
                <a:solidFill>
                  <a:srgbClr val="183849"/>
                </a:solidFill>
                <a:latin typeface="Arial"/>
                <a:ea typeface="Arial"/>
                <a:cs typeface="Arial"/>
              </a:defRPr>
            </a:defPPr>
            <a:lvl1pPr>
              <a:defRPr sz="1950" b="0">
                <a:solidFill>
                  <a:srgbClr val="183849"/>
                </a:solidFill>
                <a:latin typeface="Arial"/>
                <a:ea typeface="Arial"/>
                <a:cs typeface="Arial"/>
              </a:defRPr>
            </a:lvl1pPr>
            <a:lvl2pPr>
              <a:defRPr sz="1950" b="0">
                <a:solidFill>
                  <a:srgbClr val="183849"/>
                </a:solidFill>
                <a:latin typeface="Arial"/>
                <a:ea typeface="Arial"/>
                <a:cs typeface="Arial"/>
              </a:defRPr>
            </a:lvl2pPr>
            <a:lvl3pPr>
              <a:defRPr sz="1950" b="0">
                <a:solidFill>
                  <a:srgbClr val="183849"/>
                </a:solidFill>
                <a:latin typeface="Arial"/>
                <a:ea typeface="Arial"/>
                <a:cs typeface="Arial"/>
              </a:defRPr>
            </a:lvl3pPr>
            <a:lvl4pPr>
              <a:defRPr sz="1950" b="0">
                <a:solidFill>
                  <a:srgbClr val="183849"/>
                </a:solidFill>
                <a:latin typeface="Arial"/>
                <a:ea typeface="Arial"/>
                <a:cs typeface="Arial"/>
              </a:defRPr>
            </a:lvl4pPr>
            <a:lvl5pPr>
              <a:defRPr sz="1950" b="0">
                <a:solidFill>
                  <a:srgbClr val="183849"/>
                </a:solidFill>
                <a:latin typeface="Arial"/>
                <a:ea typeface="Arial"/>
                <a:cs typeface="Arial"/>
              </a:defRPr>
            </a:lvl5pPr>
            <a:lvl6pPr>
              <a:defRPr sz="1950" b="0">
                <a:solidFill>
                  <a:srgbClr val="183849"/>
                </a:solidFill>
                <a:latin typeface="Arial"/>
                <a:ea typeface="Arial"/>
                <a:cs typeface="Arial"/>
              </a:defRPr>
            </a:lvl6pPr>
            <a:lvl7pPr>
              <a:defRPr sz="1950" b="0">
                <a:solidFill>
                  <a:srgbClr val="183849"/>
                </a:solidFill>
                <a:latin typeface="Arial"/>
                <a:ea typeface="Arial"/>
                <a:cs typeface="Arial"/>
              </a:defRPr>
            </a:lvl7pPr>
            <a:lvl8pPr>
              <a:defRPr sz="1950" b="0">
                <a:solidFill>
                  <a:srgbClr val="183849"/>
                </a:solidFill>
                <a:latin typeface="Arial"/>
                <a:ea typeface="Arial"/>
                <a:cs typeface="Arial"/>
              </a:defRPr>
            </a:lvl8pPr>
            <a:lvl9pPr>
              <a:defRPr sz="1950" b="0">
                <a:solidFill>
                  <a:srgbClr val="183849"/>
                </a:solidFill>
                <a:latin typeface="Arial"/>
                <a:ea typeface="Arial"/>
                <a:cs typeface="Arial"/>
              </a:defRPr>
            </a:lvl9pPr>
          </a:lstStyle>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Open with the current development status.</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Explain one proposed interaction and its limits.</a:t>
            </a:r>
          </a:p>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Close with what still needs testing.</a:t>
            </a:r>
          </a:p>
        </p:txBody>
      </p:sp>
    </p:spTree>
    <p:extLst>
      <p:ext uri="{BB962C8B-B14F-4D97-AF65-F5344CB8AC3E}">
        <p14:creationId xmlns:p14="http://schemas.microsoft.com/office/powerpoint/2010/main" val="1691646363"/>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3038FF-0303-46BD-BC7A-BFD27A8348D2}"/>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Chinese American family adaptation</a:t>
            </a:r>
          </a:p>
        </p:txBody>
      </p:sp>
      <p:sp>
        <p:nvSpPr>
          <p:cNvPr id="2" name="">
            <a:extLst xmlns:a="http://schemas.openxmlformats.org/drawingml/2006/main">
              <a:ext uri="{FF2B5EF4-FFF2-40B4-BE49-F238E27FC236}">
                <a16:creationId xmlns:a16="http://schemas.microsoft.com/office/drawing/2014/main" id="{3C353A4C-5B1B-47FC-9F8B-197D5ABC00F4}"/>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Bilingual title card concept for families choosing their preferred language</a:t>
            </a:r>
          </a:p>
        </p:txBody>
      </p:sp>
      <p:sp>
        <p:nvSpPr>
          <p:cNvPr id="3" name="">
            <a:extLst xmlns:a="http://schemas.openxmlformats.org/drawingml/2006/main">
              <a:ext uri="{FF2B5EF4-FFF2-40B4-BE49-F238E27FC236}">
                <a16:creationId xmlns:a16="http://schemas.microsoft.com/office/drawing/2014/main" id="{101DF01A-1C05-4EFC-9175-F6FAB74D0022}"/>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8</a:t>
            </a:r>
          </a:p>
        </p:txBody>
      </p:sp>
      <p:sp>
        <p:nvSpPr>
          <p:cNvPr id="4" name="">
            <a:extLst xmlns:a="http://schemas.openxmlformats.org/drawingml/2006/main">
              <a:ext uri="{FF2B5EF4-FFF2-40B4-BE49-F238E27FC236}">
                <a16:creationId xmlns:a16="http://schemas.microsoft.com/office/drawing/2014/main" id="{CED573F9-9ADB-4A27-A1EE-F2D83B0B7F1C}"/>
              </a:ext>
            </a:extLst>
          </p:cNvPr>
          <p:cNvSpPr>
            <a:spLocks xmlns:a="http://schemas.openxmlformats.org/drawingml/2006/main" noGrp="1"/>
          </p:cNvSpPr>
          <p:nvPr/>
        </p:nvSpPr>
        <p:spPr>
          <a:xfrm xmlns:a="http://schemas.openxmlformats.org/drawingml/2006/main">
            <a:off x="609600" y="22383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525" b="1">
                <a:solidFill>
                  <a:srgbClr val="176D69"/>
                </a:solidFill>
                <a:latin typeface="Arial"/>
                <a:ea typeface="Arial"/>
                <a:cs typeface="Arial"/>
              </a:defRPr>
            </a:defPPr>
            <a:lvl1pPr>
              <a:defRPr sz="3525" b="1">
                <a:solidFill>
                  <a:srgbClr val="176D69"/>
                </a:solidFill>
                <a:latin typeface="Arial"/>
                <a:ea typeface="Arial"/>
                <a:cs typeface="Arial"/>
              </a:defRPr>
            </a:lvl1pPr>
            <a:lvl2pPr>
              <a:defRPr sz="3525" b="1">
                <a:solidFill>
                  <a:srgbClr val="176D69"/>
                </a:solidFill>
                <a:latin typeface="Arial"/>
                <a:ea typeface="Arial"/>
                <a:cs typeface="Arial"/>
              </a:defRPr>
            </a:lvl2pPr>
            <a:lvl3pPr>
              <a:defRPr sz="3525" b="1">
                <a:solidFill>
                  <a:srgbClr val="176D69"/>
                </a:solidFill>
                <a:latin typeface="Arial"/>
                <a:ea typeface="Arial"/>
                <a:cs typeface="Arial"/>
              </a:defRPr>
            </a:lvl3pPr>
            <a:lvl4pPr>
              <a:defRPr sz="3525" b="1">
                <a:solidFill>
                  <a:srgbClr val="176D69"/>
                </a:solidFill>
                <a:latin typeface="Arial"/>
                <a:ea typeface="Arial"/>
                <a:cs typeface="Arial"/>
              </a:defRPr>
            </a:lvl4pPr>
            <a:lvl5pPr>
              <a:defRPr sz="3525" b="1">
                <a:solidFill>
                  <a:srgbClr val="176D69"/>
                </a:solidFill>
                <a:latin typeface="Arial"/>
                <a:ea typeface="Arial"/>
                <a:cs typeface="Arial"/>
              </a:defRPr>
            </a:lvl5pPr>
            <a:lvl6pPr>
              <a:defRPr sz="3525" b="1">
                <a:solidFill>
                  <a:srgbClr val="176D69"/>
                </a:solidFill>
                <a:latin typeface="Arial"/>
                <a:ea typeface="Arial"/>
                <a:cs typeface="Arial"/>
              </a:defRPr>
            </a:lvl6pPr>
            <a:lvl7pPr>
              <a:defRPr sz="3525" b="1">
                <a:solidFill>
                  <a:srgbClr val="176D69"/>
                </a:solidFill>
                <a:latin typeface="Arial"/>
                <a:ea typeface="Arial"/>
                <a:cs typeface="Arial"/>
              </a:defRPr>
            </a:lvl7pPr>
            <a:lvl8pPr>
              <a:defRPr sz="3525" b="1">
                <a:solidFill>
                  <a:srgbClr val="176D69"/>
                </a:solidFill>
                <a:latin typeface="Arial"/>
                <a:ea typeface="Arial"/>
                <a:cs typeface="Arial"/>
              </a:defRPr>
            </a:lvl8pPr>
            <a:lvl9pPr>
              <a:defRPr sz="3525" b="1">
                <a:solidFill>
                  <a:srgbClr val="176D69"/>
                </a:solidFill>
                <a:latin typeface="Arial"/>
                <a:ea typeface="Arial"/>
                <a:cs typeface="Arial"/>
              </a:defRPr>
            </a:lvl9pPr>
          </a:lstStyle>
          <a:p xmlns:a="http://schemas.openxmlformats.org/drawingml/2006/main">
            <a:pPr>
              <a:defRPr sz="3525" b="1">
                <a:solidFill>
                  <a:srgbClr val="176D69"/>
                </a:solidFill>
                <a:latin typeface="Arial"/>
                <a:ea typeface="Arial"/>
                <a:cs typeface="Arial"/>
              </a:defRPr>
            </a:pPr>
            <a:r>
              <a:rPr sz="3525" b="1">
                <a:solidFill>
                  <a:srgbClr val="176D69"/>
                </a:solidFill>
                <a:latin typeface="Arial"/>
                <a:ea typeface="Arial"/>
                <a:cs typeface="Arial"/>
              </a:rPr>
              <a:t>On Your Terms</a:t>
            </a:r>
          </a:p>
        </p:txBody>
      </p:sp>
      <p:sp>
        <p:nvSpPr>
          <p:cNvPr id="5" name="">
            <a:extLst xmlns:a="http://schemas.openxmlformats.org/drawingml/2006/main">
              <a:ext uri="{FF2B5EF4-FFF2-40B4-BE49-F238E27FC236}">
                <a16:creationId xmlns:a16="http://schemas.microsoft.com/office/drawing/2014/main" id="{119D6E59-60DC-4CA4-958E-E47886910DB0}"/>
              </a:ext>
            </a:extLst>
          </p:cNvPr>
          <p:cNvSpPr>
            <a:spLocks xmlns:a="http://schemas.openxmlformats.org/drawingml/2006/main" noGrp="1"/>
          </p:cNvSpPr>
          <p:nvPr/>
        </p:nvSpPr>
        <p:spPr>
          <a:xfrm xmlns:a="http://schemas.openxmlformats.org/drawingml/2006/main">
            <a:off x="6429375" y="2181225"/>
            <a:ext cx="5191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750" b="1">
                <a:solidFill>
                  <a:srgbClr val="176D69"/>
                </a:solidFill>
                <a:latin typeface="Noto Sans CJK SC"/>
                <a:ea typeface="Noto Sans CJK SC"/>
                <a:cs typeface="Noto Sans CJK SC"/>
              </a:defRPr>
            </a:defPPr>
            <a:lvl1pPr>
              <a:defRPr sz="3750" b="1">
                <a:solidFill>
                  <a:srgbClr val="176D69"/>
                </a:solidFill>
                <a:latin typeface="Noto Sans CJK SC"/>
                <a:ea typeface="Noto Sans CJK SC"/>
                <a:cs typeface="Noto Sans CJK SC"/>
              </a:defRPr>
            </a:lvl1pPr>
            <a:lvl2pPr>
              <a:defRPr sz="3750" b="1">
                <a:solidFill>
                  <a:srgbClr val="176D69"/>
                </a:solidFill>
                <a:latin typeface="Noto Sans CJK SC"/>
                <a:ea typeface="Noto Sans CJK SC"/>
                <a:cs typeface="Noto Sans CJK SC"/>
              </a:defRPr>
            </a:lvl2pPr>
            <a:lvl3pPr>
              <a:defRPr sz="3750" b="1">
                <a:solidFill>
                  <a:srgbClr val="176D69"/>
                </a:solidFill>
                <a:latin typeface="Noto Sans CJK SC"/>
                <a:ea typeface="Noto Sans CJK SC"/>
                <a:cs typeface="Noto Sans CJK SC"/>
              </a:defRPr>
            </a:lvl3pPr>
            <a:lvl4pPr>
              <a:defRPr sz="3750" b="1">
                <a:solidFill>
                  <a:srgbClr val="176D69"/>
                </a:solidFill>
                <a:latin typeface="Noto Sans CJK SC"/>
                <a:ea typeface="Noto Sans CJK SC"/>
                <a:cs typeface="Noto Sans CJK SC"/>
              </a:defRPr>
            </a:lvl4pPr>
            <a:lvl5pPr>
              <a:defRPr sz="3750" b="1">
                <a:solidFill>
                  <a:srgbClr val="176D69"/>
                </a:solidFill>
                <a:latin typeface="Noto Sans CJK SC"/>
                <a:ea typeface="Noto Sans CJK SC"/>
                <a:cs typeface="Noto Sans CJK SC"/>
              </a:defRPr>
            </a:lvl5pPr>
            <a:lvl6pPr>
              <a:defRPr sz="3750" b="1">
                <a:solidFill>
                  <a:srgbClr val="176D69"/>
                </a:solidFill>
                <a:latin typeface="Noto Sans CJK SC"/>
                <a:ea typeface="Noto Sans CJK SC"/>
                <a:cs typeface="Noto Sans CJK SC"/>
              </a:defRPr>
            </a:lvl6pPr>
            <a:lvl7pPr>
              <a:defRPr sz="3750" b="1">
                <a:solidFill>
                  <a:srgbClr val="176D69"/>
                </a:solidFill>
                <a:latin typeface="Noto Sans CJK SC"/>
                <a:ea typeface="Noto Sans CJK SC"/>
                <a:cs typeface="Noto Sans CJK SC"/>
              </a:defRPr>
            </a:lvl7pPr>
            <a:lvl8pPr>
              <a:defRPr sz="3750" b="1">
                <a:solidFill>
                  <a:srgbClr val="176D69"/>
                </a:solidFill>
                <a:latin typeface="Noto Sans CJK SC"/>
                <a:ea typeface="Noto Sans CJK SC"/>
                <a:cs typeface="Noto Sans CJK SC"/>
              </a:defRPr>
            </a:lvl8pPr>
            <a:lvl9pPr>
              <a:defRPr sz="3750" b="1">
                <a:solidFill>
                  <a:srgbClr val="176D69"/>
                </a:solidFill>
                <a:latin typeface="Noto Sans CJK SC"/>
                <a:ea typeface="Noto Sans CJK SC"/>
                <a:cs typeface="Noto Sans CJK SC"/>
              </a:defRPr>
            </a:lvl9pPr>
          </a:lstStyle>
          <a:p xmlns:a="http://schemas.openxmlformats.org/drawingml/2006/main">
            <a:pPr>
              <a:defRPr sz="3750" b="1">
                <a:solidFill>
                  <a:srgbClr val="176D69"/>
                </a:solidFill>
                <a:latin typeface="Noto Sans CJK SC"/>
                <a:ea typeface="Noto Sans CJK SC"/>
                <a:cs typeface="Noto Sans CJK SC"/>
              </a:defRPr>
            </a:pPr>
            <a:r>
              <a:rPr sz="3750" b="1">
                <a:solidFill>
                  <a:srgbClr val="176D69"/>
                </a:solidFill>
                <a:latin typeface="Noto Sans CJK SC"/>
                <a:ea typeface="Noto Sans CJK SC"/>
                <a:cs typeface="Noto Sans CJK SC"/>
              </a:rPr>
              <a:t>先听你的</a:t>
            </a:r>
          </a:p>
        </p:txBody>
      </p:sp>
      <p:sp>
        <p:nvSpPr>
          <p:cNvPr id="6" name="">
            <a:extLst xmlns:a="http://schemas.openxmlformats.org/drawingml/2006/main">
              <a:ext uri="{FF2B5EF4-FFF2-40B4-BE49-F238E27FC236}">
                <a16:creationId xmlns:a16="http://schemas.microsoft.com/office/drawing/2014/main" id="{E8D8257C-CEF6-4A90-87F0-F66B9D85FDDE}"/>
              </a:ext>
            </a:extLst>
          </p:cNvPr>
          <p:cNvSpPr>
            <a:spLocks xmlns:a="http://schemas.openxmlformats.org/drawingml/2006/main" noGrp="1"/>
          </p:cNvSpPr>
          <p:nvPr/>
        </p:nvSpPr>
        <p:spPr>
          <a:xfrm xmlns:a="http://schemas.openxmlformats.org/drawingml/2006/main">
            <a:off x="609600" y="3295650"/>
            <a:ext cx="51435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0">
                <a:solidFill>
                  <a:srgbClr val="183849"/>
                </a:solidFill>
                <a:latin typeface="Arial"/>
                <a:ea typeface="Arial"/>
                <a:cs typeface="Arial"/>
              </a:defRPr>
            </a:defPPr>
            <a:lvl1pPr>
              <a:defRPr sz="2250" b="0">
                <a:solidFill>
                  <a:srgbClr val="183849"/>
                </a:solidFill>
                <a:latin typeface="Arial"/>
                <a:ea typeface="Arial"/>
                <a:cs typeface="Arial"/>
              </a:defRPr>
            </a:lvl1pPr>
            <a:lvl2pPr>
              <a:defRPr sz="2250" b="0">
                <a:solidFill>
                  <a:srgbClr val="183849"/>
                </a:solidFill>
                <a:latin typeface="Arial"/>
                <a:ea typeface="Arial"/>
                <a:cs typeface="Arial"/>
              </a:defRPr>
            </a:lvl2pPr>
            <a:lvl3pPr>
              <a:defRPr sz="2250" b="0">
                <a:solidFill>
                  <a:srgbClr val="183849"/>
                </a:solidFill>
                <a:latin typeface="Arial"/>
                <a:ea typeface="Arial"/>
                <a:cs typeface="Arial"/>
              </a:defRPr>
            </a:lvl3pPr>
            <a:lvl4pPr>
              <a:defRPr sz="2250" b="0">
                <a:solidFill>
                  <a:srgbClr val="183849"/>
                </a:solidFill>
                <a:latin typeface="Arial"/>
                <a:ea typeface="Arial"/>
                <a:cs typeface="Arial"/>
              </a:defRPr>
            </a:lvl4pPr>
            <a:lvl5pPr>
              <a:defRPr sz="2250" b="0">
                <a:solidFill>
                  <a:srgbClr val="183849"/>
                </a:solidFill>
                <a:latin typeface="Arial"/>
                <a:ea typeface="Arial"/>
                <a:cs typeface="Arial"/>
              </a:defRPr>
            </a:lvl5pPr>
            <a:lvl6pPr>
              <a:defRPr sz="2250" b="0">
                <a:solidFill>
                  <a:srgbClr val="183849"/>
                </a:solidFill>
                <a:latin typeface="Arial"/>
                <a:ea typeface="Arial"/>
                <a:cs typeface="Arial"/>
              </a:defRPr>
            </a:lvl6pPr>
            <a:lvl7pPr>
              <a:defRPr sz="2250" b="0">
                <a:solidFill>
                  <a:srgbClr val="183849"/>
                </a:solidFill>
                <a:latin typeface="Arial"/>
                <a:ea typeface="Arial"/>
                <a:cs typeface="Arial"/>
              </a:defRPr>
            </a:lvl7pPr>
            <a:lvl8pPr>
              <a:defRPr sz="2250" b="0">
                <a:solidFill>
                  <a:srgbClr val="183849"/>
                </a:solidFill>
                <a:latin typeface="Arial"/>
                <a:ea typeface="Arial"/>
                <a:cs typeface="Arial"/>
              </a:defRPr>
            </a:lvl8pPr>
            <a:lvl9pPr>
              <a:defRPr sz="2250" b="0">
                <a:solidFill>
                  <a:srgbClr val="183849"/>
                </a:solidFill>
                <a:latin typeface="Arial"/>
                <a:ea typeface="Arial"/>
                <a:cs typeface="Arial"/>
              </a:defRPr>
            </a:lvl9pPr>
          </a:lstStyle>
          <a:p xmlns:a="http://schemas.openxmlformats.org/drawingml/2006/main">
            <a:pPr>
              <a:defRPr sz="2250" b="0">
                <a:solidFill>
                  <a:srgbClr val="183849"/>
                </a:solidFill>
                <a:latin typeface="Arial"/>
                <a:ea typeface="Arial"/>
                <a:cs typeface="Arial"/>
              </a:defRPr>
            </a:pPr>
            <a:r>
              <a:rPr sz="2250" b="0">
                <a:solidFill>
                  <a:srgbClr val="183849"/>
                </a:solidFill>
                <a:latin typeface="Arial"/>
                <a:ea typeface="Arial"/>
                <a:cs typeface="Arial"/>
              </a:rPr>
              <a:t>What help would you welcome?</a:t>
            </a:r>
          </a:p>
          <a:p xmlns:a="http://schemas.openxmlformats.org/drawingml/2006/main">
            <a:pPr>
              <a:defRPr sz="2250" b="0">
                <a:solidFill>
                  <a:srgbClr val="183849"/>
                </a:solidFill>
                <a:latin typeface="Arial"/>
                <a:ea typeface="Arial"/>
                <a:cs typeface="Arial"/>
              </a:defRPr>
            </a:pPr>
            <a:r>
              <a:rPr sz="2250" b="0">
                <a:solidFill>
                  <a:srgbClr val="183849"/>
                </a:solidFill>
                <a:latin typeface="Arial"/>
                <a:ea typeface="Arial"/>
                <a:cs typeface="Arial"/>
              </a:rPr>
              <a:t>What would you keep your way?</a:t>
            </a:r>
          </a:p>
        </p:txBody>
      </p:sp>
      <p:sp>
        <p:nvSpPr>
          <p:cNvPr id="7" name="">
            <a:extLst xmlns:a="http://schemas.openxmlformats.org/drawingml/2006/main">
              <a:ext uri="{FF2B5EF4-FFF2-40B4-BE49-F238E27FC236}">
                <a16:creationId xmlns:a16="http://schemas.microsoft.com/office/drawing/2014/main" id="{21D51214-F62E-445D-B324-CDDB9E8F7B39}"/>
              </a:ext>
            </a:extLst>
          </p:cNvPr>
          <p:cNvSpPr>
            <a:spLocks xmlns:a="http://schemas.openxmlformats.org/drawingml/2006/main" noGrp="1"/>
          </p:cNvSpPr>
          <p:nvPr/>
        </p:nvSpPr>
        <p:spPr>
          <a:xfrm xmlns:a="http://schemas.openxmlformats.org/drawingml/2006/main">
            <a:off x="6429375" y="3228975"/>
            <a:ext cx="51911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0">
                <a:solidFill>
                  <a:srgbClr val="183849"/>
                </a:solidFill>
                <a:latin typeface="Noto Sans CJK SC"/>
                <a:ea typeface="Noto Sans CJK SC"/>
                <a:cs typeface="Noto Sans CJK SC"/>
              </a:defRPr>
            </a:defPPr>
            <a:lvl1pPr>
              <a:defRPr sz="2250" b="0">
                <a:solidFill>
                  <a:srgbClr val="183849"/>
                </a:solidFill>
                <a:latin typeface="Noto Sans CJK SC"/>
                <a:ea typeface="Noto Sans CJK SC"/>
                <a:cs typeface="Noto Sans CJK SC"/>
              </a:defRPr>
            </a:lvl1pPr>
            <a:lvl2pPr>
              <a:defRPr sz="2250" b="0">
                <a:solidFill>
                  <a:srgbClr val="183849"/>
                </a:solidFill>
                <a:latin typeface="Noto Sans CJK SC"/>
                <a:ea typeface="Noto Sans CJK SC"/>
                <a:cs typeface="Noto Sans CJK SC"/>
              </a:defRPr>
            </a:lvl2pPr>
            <a:lvl3pPr>
              <a:defRPr sz="2250" b="0">
                <a:solidFill>
                  <a:srgbClr val="183849"/>
                </a:solidFill>
                <a:latin typeface="Noto Sans CJK SC"/>
                <a:ea typeface="Noto Sans CJK SC"/>
                <a:cs typeface="Noto Sans CJK SC"/>
              </a:defRPr>
            </a:lvl3pPr>
            <a:lvl4pPr>
              <a:defRPr sz="2250" b="0">
                <a:solidFill>
                  <a:srgbClr val="183849"/>
                </a:solidFill>
                <a:latin typeface="Noto Sans CJK SC"/>
                <a:ea typeface="Noto Sans CJK SC"/>
                <a:cs typeface="Noto Sans CJK SC"/>
              </a:defRPr>
            </a:lvl4pPr>
            <a:lvl5pPr>
              <a:defRPr sz="2250" b="0">
                <a:solidFill>
                  <a:srgbClr val="183849"/>
                </a:solidFill>
                <a:latin typeface="Noto Sans CJK SC"/>
                <a:ea typeface="Noto Sans CJK SC"/>
                <a:cs typeface="Noto Sans CJK SC"/>
              </a:defRPr>
            </a:lvl5pPr>
            <a:lvl6pPr>
              <a:defRPr sz="2250" b="0">
                <a:solidFill>
                  <a:srgbClr val="183849"/>
                </a:solidFill>
                <a:latin typeface="Noto Sans CJK SC"/>
                <a:ea typeface="Noto Sans CJK SC"/>
                <a:cs typeface="Noto Sans CJK SC"/>
              </a:defRPr>
            </a:lvl6pPr>
            <a:lvl7pPr>
              <a:defRPr sz="2250" b="0">
                <a:solidFill>
                  <a:srgbClr val="183849"/>
                </a:solidFill>
                <a:latin typeface="Noto Sans CJK SC"/>
                <a:ea typeface="Noto Sans CJK SC"/>
                <a:cs typeface="Noto Sans CJK SC"/>
              </a:defRPr>
            </a:lvl7pPr>
            <a:lvl8pPr>
              <a:defRPr sz="2250" b="0">
                <a:solidFill>
                  <a:srgbClr val="183849"/>
                </a:solidFill>
                <a:latin typeface="Noto Sans CJK SC"/>
                <a:ea typeface="Noto Sans CJK SC"/>
                <a:cs typeface="Noto Sans CJK SC"/>
              </a:defRPr>
            </a:lvl8pPr>
            <a:lvl9pPr>
              <a:defRPr sz="2250" b="0">
                <a:solidFill>
                  <a:srgbClr val="183849"/>
                </a:solidFill>
                <a:latin typeface="Noto Sans CJK SC"/>
                <a:ea typeface="Noto Sans CJK SC"/>
                <a:cs typeface="Noto Sans CJK SC"/>
              </a:defRPr>
            </a:lvl9pPr>
          </a:lstStyle>
          <a:p xmlns:a="http://schemas.openxmlformats.org/drawingml/2006/main">
            <a:pPr>
              <a:defRPr sz="2250" b="0">
                <a:solidFill>
                  <a:srgbClr val="183849"/>
                </a:solidFill>
                <a:latin typeface="Noto Sans CJK SC"/>
                <a:ea typeface="Noto Sans CJK SC"/>
                <a:cs typeface="Noto Sans CJK SC"/>
              </a:defRPr>
            </a:pPr>
            <a:r>
              <a:rPr sz="2250" b="0">
                <a:solidFill>
                  <a:srgbClr val="183849"/>
                </a:solidFill>
                <a:latin typeface="Noto Sans CJK SC"/>
                <a:ea typeface="Noto Sans CJK SC"/>
                <a:cs typeface="Noto Sans CJK SC"/>
              </a:rPr>
              <a:t>你希望得到什么帮助？</a:t>
            </a:r>
          </a:p>
          <a:p xmlns:a="http://schemas.openxmlformats.org/drawingml/2006/main">
            <a:pPr>
              <a:defRPr sz="2250" b="0">
                <a:solidFill>
                  <a:srgbClr val="183849"/>
                </a:solidFill>
                <a:latin typeface="Noto Sans CJK SC"/>
                <a:ea typeface="Noto Sans CJK SC"/>
                <a:cs typeface="Noto Sans CJK SC"/>
              </a:defRPr>
            </a:pPr>
            <a:r>
              <a:rPr sz="2250" b="0">
                <a:solidFill>
                  <a:srgbClr val="183849"/>
                </a:solidFill>
                <a:latin typeface="Noto Sans CJK SC"/>
                <a:ea typeface="Noto Sans CJK SC"/>
                <a:cs typeface="Noto Sans CJK SC"/>
              </a:rPr>
              <a:t>哪些事想按自己的方式来？</a:t>
            </a:r>
          </a:p>
        </p:txBody>
      </p:sp>
      <p:sp>
        <p:nvSpPr>
          <p:cNvPr id="8" name="">
            <a:extLst xmlns:a="http://schemas.openxmlformats.org/drawingml/2006/main">
              <a:ext uri="{FF2B5EF4-FFF2-40B4-BE49-F238E27FC236}">
                <a16:creationId xmlns:a16="http://schemas.microsoft.com/office/drawing/2014/main" id="{A629475A-4354-4ACE-A664-1AE2C648ECC4}"/>
              </a:ext>
            </a:extLst>
          </p:cNvPr>
          <p:cNvSpPr>
            <a:spLocks xmlns:a="http://schemas.openxmlformats.org/drawingml/2006/main" noGrp="1"/>
          </p:cNvSpPr>
          <p:nvPr/>
        </p:nvSpPr>
        <p:spPr>
          <a:xfrm xmlns:a="http://schemas.openxmlformats.org/drawingml/2006/main">
            <a:off x="609600" y="4933950"/>
            <a:ext cx="10858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0">
                <a:solidFill>
                  <a:srgbClr val="183849"/>
                </a:solidFill>
                <a:latin typeface="Arial"/>
                <a:ea typeface="Arial"/>
                <a:cs typeface="Arial"/>
              </a:defRPr>
            </a:defPPr>
            <a:lvl1pPr>
              <a:defRPr sz="2025" b="0">
                <a:solidFill>
                  <a:srgbClr val="183849"/>
                </a:solidFill>
                <a:latin typeface="Arial"/>
                <a:ea typeface="Arial"/>
                <a:cs typeface="Arial"/>
              </a:defRPr>
            </a:lvl1pPr>
            <a:lvl2pPr>
              <a:defRPr sz="2025" b="0">
                <a:solidFill>
                  <a:srgbClr val="183849"/>
                </a:solidFill>
                <a:latin typeface="Arial"/>
                <a:ea typeface="Arial"/>
                <a:cs typeface="Arial"/>
              </a:defRPr>
            </a:lvl2pPr>
            <a:lvl3pPr>
              <a:defRPr sz="2025" b="0">
                <a:solidFill>
                  <a:srgbClr val="183849"/>
                </a:solidFill>
                <a:latin typeface="Arial"/>
                <a:ea typeface="Arial"/>
                <a:cs typeface="Arial"/>
              </a:defRPr>
            </a:lvl3pPr>
            <a:lvl4pPr>
              <a:defRPr sz="2025" b="0">
                <a:solidFill>
                  <a:srgbClr val="183849"/>
                </a:solidFill>
                <a:latin typeface="Arial"/>
                <a:ea typeface="Arial"/>
                <a:cs typeface="Arial"/>
              </a:defRPr>
            </a:lvl4pPr>
            <a:lvl5pPr>
              <a:defRPr sz="2025" b="0">
                <a:solidFill>
                  <a:srgbClr val="183849"/>
                </a:solidFill>
                <a:latin typeface="Arial"/>
                <a:ea typeface="Arial"/>
                <a:cs typeface="Arial"/>
              </a:defRPr>
            </a:lvl5pPr>
            <a:lvl6pPr>
              <a:defRPr sz="2025" b="0">
                <a:solidFill>
                  <a:srgbClr val="183849"/>
                </a:solidFill>
                <a:latin typeface="Arial"/>
                <a:ea typeface="Arial"/>
                <a:cs typeface="Arial"/>
              </a:defRPr>
            </a:lvl6pPr>
            <a:lvl7pPr>
              <a:defRPr sz="2025" b="0">
                <a:solidFill>
                  <a:srgbClr val="183849"/>
                </a:solidFill>
                <a:latin typeface="Arial"/>
                <a:ea typeface="Arial"/>
                <a:cs typeface="Arial"/>
              </a:defRPr>
            </a:lvl7pPr>
            <a:lvl8pPr>
              <a:defRPr sz="2025" b="0">
                <a:solidFill>
                  <a:srgbClr val="183849"/>
                </a:solidFill>
                <a:latin typeface="Arial"/>
                <a:ea typeface="Arial"/>
                <a:cs typeface="Arial"/>
              </a:defRPr>
            </a:lvl8pPr>
            <a:lvl9pPr>
              <a:defRPr sz="2025" b="0">
                <a:solidFill>
                  <a:srgbClr val="183849"/>
                </a:solidFill>
                <a:latin typeface="Arial"/>
                <a:ea typeface="Arial"/>
                <a:cs typeface="Arial"/>
              </a:defRPr>
            </a:lvl9pPr>
          </a:lstStyle>
          <a:p xmlns:a="http://schemas.openxmlformats.org/drawingml/2006/main">
            <a:pPr>
              <a:defRPr sz="2025" b="0">
                <a:solidFill>
                  <a:srgbClr val="183849"/>
                </a:solidFill>
                <a:latin typeface="Arial"/>
                <a:ea typeface="Arial"/>
                <a:cs typeface="Arial"/>
              </a:defRPr>
            </a:pPr>
            <a:r>
              <a:rPr sz="2025" b="0">
                <a:solidFill>
                  <a:srgbClr val="183849"/>
                </a:solidFill>
                <a:latin typeface="Arial"/>
                <a:ea typeface="Arial"/>
                <a:cs typeface="Arial"/>
              </a:rPr>
              <a:t>Adaptation: separate parent and adult-child prompts, a choice of language, and room to disagree before a shared discussion.</a:t>
            </a:r>
          </a:p>
        </p:txBody>
      </p:sp>
      <p:sp>
        <p:nvSpPr>
          <p:cNvPr id="9" name="">
            <a:extLst xmlns:a="http://schemas.openxmlformats.org/drawingml/2006/main">
              <a:ext uri="{FF2B5EF4-FFF2-40B4-BE49-F238E27FC236}">
                <a16:creationId xmlns:a16="http://schemas.microsoft.com/office/drawing/2014/main" id="{3D2F4459-9844-4A55-9E36-E47932F50D4A}"/>
              </a:ext>
            </a:extLst>
          </p:cNvPr>
          <p:cNvSpPr>
            <a:spLocks xmlns:a="http://schemas.openxmlformats.org/drawingml/2006/main" noGrp="1"/>
          </p:cNvSpPr>
          <p:nvPr/>
        </p:nvSpPr>
        <p:spPr>
          <a:xfrm xmlns:a="http://schemas.openxmlformats.org/drawingml/2006/main">
            <a:off x="609600" y="5934075"/>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3656D"/>
                </a:solidFill>
                <a:latin typeface="Arial"/>
                <a:ea typeface="Arial"/>
                <a:cs typeface="Arial"/>
              </a:defRPr>
            </a:defPPr>
            <a:lvl1pPr>
              <a:defRPr sz="1575" b="0">
                <a:solidFill>
                  <a:srgbClr val="53656D"/>
                </a:solidFill>
                <a:latin typeface="Arial"/>
                <a:ea typeface="Arial"/>
                <a:cs typeface="Arial"/>
              </a:defRPr>
            </a:lvl1pPr>
            <a:lvl2pPr>
              <a:defRPr sz="1575" b="0">
                <a:solidFill>
                  <a:srgbClr val="53656D"/>
                </a:solidFill>
                <a:latin typeface="Arial"/>
                <a:ea typeface="Arial"/>
                <a:cs typeface="Arial"/>
              </a:defRPr>
            </a:lvl2pPr>
            <a:lvl3pPr>
              <a:defRPr sz="1575" b="0">
                <a:solidFill>
                  <a:srgbClr val="53656D"/>
                </a:solidFill>
                <a:latin typeface="Arial"/>
                <a:ea typeface="Arial"/>
                <a:cs typeface="Arial"/>
              </a:defRPr>
            </a:lvl3pPr>
            <a:lvl4pPr>
              <a:defRPr sz="1575" b="0">
                <a:solidFill>
                  <a:srgbClr val="53656D"/>
                </a:solidFill>
                <a:latin typeface="Arial"/>
                <a:ea typeface="Arial"/>
                <a:cs typeface="Arial"/>
              </a:defRPr>
            </a:lvl4pPr>
            <a:lvl5pPr>
              <a:defRPr sz="1575" b="0">
                <a:solidFill>
                  <a:srgbClr val="53656D"/>
                </a:solidFill>
                <a:latin typeface="Arial"/>
                <a:ea typeface="Arial"/>
                <a:cs typeface="Arial"/>
              </a:defRPr>
            </a:lvl5pPr>
            <a:lvl6pPr>
              <a:defRPr sz="1575" b="0">
                <a:solidFill>
                  <a:srgbClr val="53656D"/>
                </a:solidFill>
                <a:latin typeface="Arial"/>
                <a:ea typeface="Arial"/>
                <a:cs typeface="Arial"/>
              </a:defRPr>
            </a:lvl6pPr>
            <a:lvl7pPr>
              <a:defRPr sz="1575" b="0">
                <a:solidFill>
                  <a:srgbClr val="53656D"/>
                </a:solidFill>
                <a:latin typeface="Arial"/>
                <a:ea typeface="Arial"/>
                <a:cs typeface="Arial"/>
              </a:defRPr>
            </a:lvl7pPr>
            <a:lvl8pPr>
              <a:defRPr sz="1575" b="0">
                <a:solidFill>
                  <a:srgbClr val="53656D"/>
                </a:solidFill>
                <a:latin typeface="Arial"/>
                <a:ea typeface="Arial"/>
                <a:cs typeface="Arial"/>
              </a:defRPr>
            </a:lvl8pPr>
            <a:lvl9pPr>
              <a:defRPr sz="1575" b="0">
                <a:solidFill>
                  <a:srgbClr val="53656D"/>
                </a:solidFill>
                <a:latin typeface="Arial"/>
                <a:ea typeface="Arial"/>
                <a:cs typeface="Arial"/>
              </a:defRPr>
            </a:lvl9pPr>
          </a:lstStyle>
          <a:p xmlns:a="http://schemas.openxmlformats.org/drawingml/2006/main">
            <a:pPr>
              <a:defRPr sz="1575" b="0">
                <a:solidFill>
                  <a:srgbClr val="53656D"/>
                </a:solidFill>
                <a:latin typeface="Arial"/>
                <a:ea typeface="Arial"/>
                <a:cs typeface="Arial"/>
              </a:defRPr>
            </a:pPr>
            <a:r>
              <a:rPr sz="1575" b="0">
                <a:solidFill>
                  <a:srgbClr val="53656D"/>
                </a:solidFill>
                <a:latin typeface="Arial"/>
                <a:ea typeface="Arial"/>
                <a:cs typeface="Arial"/>
              </a:rPr>
              <a:t>US audience extension. Cultural hypothesis to review, with no assumption of shared filial beliefs or language preference.</a:t>
            </a:r>
          </a:p>
        </p:txBody>
      </p:sp>
    </p:spTree>
    <p:extLst>
      <p:ext uri="{BB962C8B-B14F-4D97-AF65-F5344CB8AC3E}">
        <p14:creationId xmlns:p14="http://schemas.microsoft.com/office/powerpoint/2010/main" val="722330061"/>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E4A777-86FE-4680-AF2C-C22F7613EDCC}"/>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Success begins with accurate understanding</a:t>
            </a:r>
          </a:p>
        </p:txBody>
      </p:sp>
      <p:sp>
        <p:nvSpPr>
          <p:cNvPr id="2" name="">
            <a:extLst xmlns:a="http://schemas.openxmlformats.org/drawingml/2006/main">
              <a:ext uri="{FF2B5EF4-FFF2-40B4-BE49-F238E27FC236}">
                <a16:creationId xmlns:a16="http://schemas.microsoft.com/office/drawing/2014/main" id="{0548AACE-6A21-4EA7-805A-3048DDAB5E03}"/>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Proposed measures and gates. No baseline or results are available.</a:t>
            </a:r>
          </a:p>
        </p:txBody>
      </p:sp>
      <p:sp>
        <p:nvSpPr>
          <p:cNvPr id="3" name="">
            <a:extLst xmlns:a="http://schemas.openxmlformats.org/drawingml/2006/main">
              <a:ext uri="{FF2B5EF4-FFF2-40B4-BE49-F238E27FC236}">
                <a16:creationId xmlns:a16="http://schemas.microsoft.com/office/drawing/2014/main" id="{D1FD26D6-DF9F-405C-9441-E035D7E965B4}"/>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9</a:t>
            </a:r>
          </a:p>
        </p:txBody>
      </p:sp>
      <p:graphicFrame>
        <p:nvGraphicFramePr>
          <p:cNvPr id="4" name="">
            <a:extLst xmlns:a="http://schemas.openxmlformats.org/drawingml/2006/main">
              <a:ext uri="{FF2B5EF4-FFF2-40B4-BE49-F238E27FC236}">
                <a16:creationId xmlns:a16="http://schemas.microsoft.com/office/drawing/2014/main" id="{FA85FF6D-81A0-4D75-B443-2DE23C66C897}"/>
              </a:ext>
            </a:extLst>
          </p:cNvPr>
          <p:cNvGraphicFramePr/>
          <p:nvPr/>
        </p:nvGraphicFramePr>
        <p:xfrm>
          <a:off xmlns:a="http://schemas.openxmlformats.org/drawingml/2006/main" x="571500" y="1895475"/>
          <a:ext xmlns:a="http://schemas.openxmlformats.org/drawingml/2006/main" cx="11049000" cy="3857625"/>
        </p:xfrm>
        <a:graphic xmlns:a="http://schemas.openxmlformats.org/drawingml/2006/main">
          <a:graphicData uri="http://schemas.openxmlformats.org/drawingml/2006/table">
            <a:tbl>
              <a:tblPr/>
              <a:tblGrid>
                <a:gridCol w="2619375"/>
                <a:gridCol w="4191000"/>
                <a:gridCol w="4238625"/>
              </a:tblGrid>
              <a:tr h="771525">
                <a:tc>
                  <a:txBody>
                    <a:bodyPr/>
                    <a:lstStyle/>
                    <a:p>
                      <a:r>
                        <a:rPr sz="1725" b="1">
                          <a:solidFill>
                            <a:srgbClr val="FFFFFF"/>
                          </a:solidFill>
                          <a:latin typeface="Arial"/>
                          <a:ea typeface="Arial"/>
                          <a:cs typeface="Arial"/>
                        </a:rPr>
                        <a:t>Metric</a:t>
                      </a:r>
                    </a:p>
                  </a:txBody>
                  <a:tcPr marL="91440" marR="91440" marT="45720" marB="45720">
                    <a:solidFill>
                      <a:srgbClr val="183849"/>
                    </a:solidFill>
                  </a:tcPr>
                </a:tc>
                <a:tc>
                  <a:txBody>
                    <a:bodyPr/>
                    <a:lstStyle/>
                    <a:p>
                      <a:r>
                        <a:rPr sz="1725" b="1">
                          <a:solidFill>
                            <a:srgbClr val="FFFFFF"/>
                          </a:solidFill>
                          <a:latin typeface="Arial"/>
                          <a:ea typeface="Arial"/>
                          <a:cs typeface="Arial"/>
                        </a:rPr>
                        <a:t>Measurement</a:t>
                      </a:r>
                    </a:p>
                  </a:txBody>
                  <a:tcPr marL="91440" marR="91440" marT="45720" marB="45720">
                    <a:solidFill>
                      <a:srgbClr val="183849"/>
                    </a:solidFill>
                  </a:tcPr>
                </a:tc>
                <a:tc>
                  <a:txBody>
                    <a:bodyPr/>
                    <a:lstStyle/>
                    <a:p>
                      <a:r>
                        <a:rPr sz="1725" b="1">
                          <a:solidFill>
                            <a:srgbClr val="FFFFFF"/>
                          </a:solidFill>
                          <a:latin typeface="Arial"/>
                          <a:ea typeface="Arial"/>
                          <a:cs typeface="Arial"/>
                        </a:rPr>
                        <a:t>Decision rule</a:t>
                      </a:r>
                    </a:p>
                  </a:txBody>
                  <a:tcPr marL="91440" marR="91440" marT="45720" marB="45720">
                    <a:solidFill>
                      <a:srgbClr val="183849"/>
                    </a:solidFill>
                  </a:tcPr>
                </a:tc>
              </a:tr>
              <a:tr h="771525">
                <a:tc>
                  <a:txBody>
                    <a:bodyPr/>
                    <a:lstStyle/>
                    <a:p>
                      <a:r>
                        <a:rPr sz="1725" b="0">
                          <a:solidFill>
                            <a:srgbClr val="183849"/>
                          </a:solidFill>
                          <a:latin typeface="Arial"/>
                          <a:ea typeface="Arial"/>
                          <a:cs typeface="Arial"/>
                        </a:rPr>
                        <a:t>Status comprehension</a:t>
                      </a:r>
                    </a:p>
                  </a:txBody>
                  <a:tcPr marL="91440" marR="91440" marT="45720" marB="45720">
                    <a:solidFill>
                      <a:srgbClr val="F1F3EF"/>
                    </a:solidFill>
                  </a:tcPr>
                </a:tc>
                <a:tc>
                  <a:txBody>
                    <a:bodyPr/>
                    <a:lstStyle/>
                    <a:p>
                      <a:r>
                        <a:rPr sz="1725" b="0">
                          <a:solidFill>
                            <a:srgbClr val="183849"/>
                          </a:solidFill>
                          <a:latin typeface="Arial"/>
                          <a:ea typeface="Arial"/>
                          <a:cs typeface="Arial"/>
                        </a:rPr>
                        <a:t>Correct status explanation /</a:t>
                      </a:r>
                    </a:p>
                    <a:p>
                      <a:r>
                        <a:rPr sz="1725" b="0">
                          <a:solidFill>
                            <a:srgbClr val="183849"/>
                          </a:solidFill>
                          <a:latin typeface="Arial"/>
                          <a:ea typeface="Arial"/>
                          <a:cs typeface="Arial"/>
                        </a:rPr>
                        <a:t>all formative respondents</a:t>
                      </a:r>
                    </a:p>
                  </a:txBody>
                  <a:tcPr marL="91440" marR="91440" marT="45720" marB="45720">
                    <a:solidFill>
                      <a:srgbClr val="F1F3EF"/>
                    </a:solidFill>
                  </a:tcPr>
                </a:tc>
                <a:tc>
                  <a:txBody>
                    <a:bodyPr/>
                    <a:lstStyle/>
                    <a:p>
                      <a:r>
                        <a:rPr sz="1725" b="0">
                          <a:solidFill>
                            <a:srgbClr val="183849"/>
                          </a:solidFill>
                          <a:latin typeface="Arial"/>
                          <a:ea typeface="Arial"/>
                          <a:cs typeface="Arial"/>
                        </a:rPr>
                        <a:t>All 8 initial reviewers understand</a:t>
                      </a:r>
                    </a:p>
                    <a:p>
                      <a:r>
                        <a:rPr sz="1725" b="0">
                          <a:solidFill>
                            <a:srgbClr val="183849"/>
                          </a:solidFill>
                          <a:latin typeface="Arial"/>
                          <a:ea typeface="Arial"/>
                          <a:cs typeface="Arial"/>
                        </a:rPr>
                        <a:t>status; revise any misconception</a:t>
                      </a:r>
                    </a:p>
                  </a:txBody>
                  <a:tcPr marL="91440" marR="91440" marT="45720" marB="45720">
                    <a:solidFill>
                      <a:srgbClr val="F1F3EF"/>
                    </a:solidFill>
                  </a:tcPr>
                </a:tc>
              </a:tr>
              <a:tr h="771525">
                <a:tc>
                  <a:txBody>
                    <a:bodyPr/>
                    <a:lstStyle/>
                    <a:p>
                      <a:r>
                        <a:rPr sz="1725" b="0">
                          <a:solidFill>
                            <a:srgbClr val="183849"/>
                          </a:solidFill>
                          <a:latin typeface="Arial"/>
                          <a:ea typeface="Arial"/>
                          <a:cs typeface="Arial"/>
                        </a:rPr>
                        <a:t>Meaningful engagement</a:t>
                      </a:r>
                    </a:p>
                  </a:txBody>
                  <a:tcPr marL="91440" marR="91440" marT="45720" marB="45720">
                    <a:solidFill>
                      <a:srgbClr val="FFFFFF"/>
                    </a:solidFill>
                  </a:tcPr>
                </a:tc>
                <a:tc>
                  <a:txBody>
                    <a:bodyPr/>
                    <a:lstStyle/>
                    <a:p>
                      <a:r>
                        <a:rPr sz="1725" b="0">
                          <a:solidFill>
                            <a:srgbClr val="183849"/>
                          </a:solidFill>
                          <a:latin typeface="Arial"/>
                          <a:ea typeface="Arial"/>
                          <a:cs typeface="Arial"/>
                        </a:rPr>
                        <a:t>Unique guide downloads /</a:t>
                      </a:r>
                    </a:p>
                    <a:p>
                      <a:r>
                        <a:rPr sz="1725" b="0">
                          <a:solidFill>
                            <a:srgbClr val="183849"/>
                          </a:solidFill>
                          <a:latin typeface="Arial"/>
                          <a:ea typeface="Arial"/>
                          <a:cs typeface="Arial"/>
                        </a:rPr>
                        <a:t>unique guide-page visitors</a:t>
                      </a:r>
                    </a:p>
                  </a:txBody>
                  <a:tcPr marL="91440" marR="91440" marT="45720" marB="45720">
                    <a:solidFill>
                      <a:srgbClr val="FFFFFF"/>
                    </a:solidFill>
                  </a:tcPr>
                </a:tc>
                <a:tc>
                  <a:txBody>
                    <a:bodyPr/>
                    <a:lstStyle/>
                    <a:p>
                      <a:r>
                        <a:rPr sz="1725" b="0">
                          <a:solidFill>
                            <a:srgbClr val="183849"/>
                          </a:solidFill>
                          <a:latin typeface="Arial"/>
                          <a:ea typeface="Arial"/>
                          <a:cs typeface="Arial"/>
                        </a:rPr>
                        <a:t>Establish a four-week baseline</a:t>
                      </a:r>
                    </a:p>
                    <a:p>
                      <a:r>
                        <a:rPr sz="1725" b="0">
                          <a:solidFill>
                            <a:srgbClr val="183849"/>
                          </a:solidFill>
                          <a:latin typeface="Arial"/>
                          <a:ea typeface="Arial"/>
                          <a:cs typeface="Arial"/>
                        </a:rPr>
                        <a:t>before setting a conversion target</a:t>
                      </a:r>
                    </a:p>
                  </a:txBody>
                  <a:tcPr marL="91440" marR="91440" marT="45720" marB="45720">
                    <a:solidFill>
                      <a:srgbClr val="FFFFFF"/>
                    </a:solidFill>
                  </a:tcPr>
                </a:tc>
              </a:tr>
              <a:tr h="771525">
                <a:tc>
                  <a:txBody>
                    <a:bodyPr/>
                    <a:lstStyle/>
                    <a:p>
                      <a:r>
                        <a:rPr sz="1725" b="0">
                          <a:solidFill>
                            <a:srgbClr val="183849"/>
                          </a:solidFill>
                          <a:latin typeface="Arial"/>
                          <a:ea typeface="Arial"/>
                          <a:cs typeface="Arial"/>
                        </a:rPr>
                        <a:t>Qualified questions</a:t>
                      </a:r>
                    </a:p>
                  </a:txBody>
                  <a:tcPr marL="91440" marR="91440" marT="45720" marB="45720">
                    <a:solidFill>
                      <a:srgbClr val="F1F3EF"/>
                    </a:solidFill>
                  </a:tcPr>
                </a:tc>
                <a:tc>
                  <a:txBody>
                    <a:bodyPr/>
                    <a:lstStyle/>
                    <a:p>
                      <a:r>
                        <a:rPr sz="1725" b="0">
                          <a:solidFill>
                            <a:srgbClr val="183849"/>
                          </a:solidFill>
                          <a:latin typeface="Arial"/>
                          <a:ea typeface="Arial"/>
                          <a:cs typeface="Arial"/>
                        </a:rPr>
                        <a:t>Substantive questions /</a:t>
                      </a:r>
                    </a:p>
                    <a:p>
                      <a:r>
                        <a:rPr sz="1725" b="0">
                          <a:solidFill>
                            <a:srgbClr val="183849"/>
                          </a:solidFill>
                          <a:latin typeface="Arial"/>
                          <a:ea typeface="Arial"/>
                          <a:cs typeface="Arial"/>
                        </a:rPr>
                        <a:t>all opted-in inquiries</a:t>
                      </a:r>
                    </a:p>
                  </a:txBody>
                  <a:tcPr marL="91440" marR="91440" marT="45720" marB="45720">
                    <a:solidFill>
                      <a:srgbClr val="F1F3EF"/>
                    </a:solidFill>
                  </a:tcPr>
                </a:tc>
                <a:tc>
                  <a:txBody>
                    <a:bodyPr/>
                    <a:lstStyle/>
                    <a:p>
                      <a:r>
                        <a:rPr sz="1725" b="0">
                          <a:solidFill>
                            <a:srgbClr val="183849"/>
                          </a:solidFill>
                          <a:latin typeface="Arial"/>
                          <a:ea typeface="Arial"/>
                          <a:cs typeface="Arial"/>
                        </a:rPr>
                        <a:t>Code weekly for role, scope and</a:t>
                      </a:r>
                    </a:p>
                    <a:p>
                      <a:r>
                        <a:rPr sz="1725" b="0">
                          <a:solidFill>
                            <a:srgbClr val="183849"/>
                          </a:solidFill>
                          <a:latin typeface="Arial"/>
                          <a:ea typeface="Arial"/>
                          <a:cs typeface="Arial"/>
                        </a:rPr>
                        <a:t>evidence gaps; revise the FAQ</a:t>
                      </a:r>
                    </a:p>
                  </a:txBody>
                  <a:tcPr marL="91440" marR="91440" marT="45720" marB="45720">
                    <a:solidFill>
                      <a:srgbClr val="F1F3EF"/>
                    </a:solidFill>
                  </a:tcPr>
                </a:tc>
              </a:tr>
              <a:tr h="771525">
                <a:tc>
                  <a:txBody>
                    <a:bodyPr/>
                    <a:lstStyle/>
                    <a:p>
                      <a:r>
                        <a:rPr sz="1725" b="0">
                          <a:solidFill>
                            <a:srgbClr val="183849"/>
                          </a:solidFill>
                          <a:latin typeface="Arial"/>
                          <a:ea typeface="Arial"/>
                          <a:cs typeface="Arial"/>
                        </a:rPr>
                        <a:t>Demo readiness later</a:t>
                      </a:r>
                    </a:p>
                  </a:txBody>
                  <a:tcPr marL="91440" marR="91440" marT="45720" marB="45720">
                    <a:solidFill>
                      <a:srgbClr val="FFFFFF"/>
                    </a:solidFill>
                  </a:tcPr>
                </a:tc>
                <a:tc>
                  <a:txBody>
                    <a:bodyPr/>
                    <a:lstStyle/>
                    <a:p>
                      <a:r>
                        <a:rPr sz="1725" b="0">
                          <a:solidFill>
                            <a:srgbClr val="183849"/>
                          </a:solidFill>
                          <a:latin typeface="Arial"/>
                          <a:ea typeface="Arial"/>
                          <a:cs typeface="Arial"/>
                        </a:rPr>
                        <a:t>Eligible attended demos /</a:t>
                      </a:r>
                    </a:p>
                    <a:p>
                      <a:r>
                        <a:rPr sz="1725" b="0">
                          <a:solidFill>
                            <a:srgbClr val="183849"/>
                          </a:solidFill>
                          <a:latin typeface="Arial"/>
                          <a:ea typeface="Arial"/>
                          <a:cs typeface="Arial"/>
                        </a:rPr>
                        <a:t>confirmed bookings</a:t>
                      </a:r>
                    </a:p>
                  </a:txBody>
                  <a:tcPr marL="91440" marR="91440" marT="45720" marB="45720">
                    <a:solidFill>
                      <a:srgbClr val="FFFFFF"/>
                    </a:solidFill>
                  </a:tcPr>
                </a:tc>
                <a:tc>
                  <a:txBody>
                    <a:bodyPr/>
                    <a:lstStyle/>
                    <a:p>
                      <a:r>
                        <a:rPr sz="1725" b="0">
                          <a:solidFill>
                            <a:srgbClr val="183849"/>
                          </a:solidFill>
                          <a:latin typeface="Arial"/>
                          <a:ea typeface="Arial"/>
                          <a:cs typeface="Arial"/>
                        </a:rPr>
                        <a:t>Track only after readiness gate</a:t>
                      </a:r>
                    </a:p>
                    <a:p>
                      <a:r>
                        <a:rPr sz="1725" b="0">
                          <a:solidFill>
                            <a:srgbClr val="183849"/>
                          </a:solidFill>
                          <a:latin typeface="Arial"/>
                          <a:ea typeface="Arial"/>
                          <a:cs typeface="Arial"/>
                        </a:rPr>
                        <a:t>Review cancellations and confusion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81FC7A-94D8-422B-A8B3-9A8FDD8CE359}"/>
              </a:ext>
            </a:extLst>
          </p:cNvPr>
          <p:cNvSpPr>
            <a:spLocks xmlns:a="http://schemas.openxmlformats.org/drawingml/2006/main" noGrp="1"/>
          </p:cNvSpPr>
          <p:nvPr/>
        </p:nvSpPr>
        <p:spPr>
          <a:xfrm xmlns:a="http://schemas.openxmlformats.org/drawingml/2006/main">
            <a:off x="590550" y="5924550"/>
            <a:ext cx="1090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3656D"/>
                </a:solidFill>
                <a:latin typeface="Arial"/>
                <a:ea typeface="Arial"/>
                <a:cs typeface="Arial"/>
              </a:defRPr>
            </a:defPPr>
            <a:lvl1pPr>
              <a:defRPr sz="1575" b="0">
                <a:solidFill>
                  <a:srgbClr val="53656D"/>
                </a:solidFill>
                <a:latin typeface="Arial"/>
                <a:ea typeface="Arial"/>
                <a:cs typeface="Arial"/>
              </a:defRPr>
            </a:lvl1pPr>
            <a:lvl2pPr>
              <a:defRPr sz="1575" b="0">
                <a:solidFill>
                  <a:srgbClr val="53656D"/>
                </a:solidFill>
                <a:latin typeface="Arial"/>
                <a:ea typeface="Arial"/>
                <a:cs typeface="Arial"/>
              </a:defRPr>
            </a:lvl2pPr>
            <a:lvl3pPr>
              <a:defRPr sz="1575" b="0">
                <a:solidFill>
                  <a:srgbClr val="53656D"/>
                </a:solidFill>
                <a:latin typeface="Arial"/>
                <a:ea typeface="Arial"/>
                <a:cs typeface="Arial"/>
              </a:defRPr>
            </a:lvl3pPr>
            <a:lvl4pPr>
              <a:defRPr sz="1575" b="0">
                <a:solidFill>
                  <a:srgbClr val="53656D"/>
                </a:solidFill>
                <a:latin typeface="Arial"/>
                <a:ea typeface="Arial"/>
                <a:cs typeface="Arial"/>
              </a:defRPr>
            </a:lvl4pPr>
            <a:lvl5pPr>
              <a:defRPr sz="1575" b="0">
                <a:solidFill>
                  <a:srgbClr val="53656D"/>
                </a:solidFill>
                <a:latin typeface="Arial"/>
                <a:ea typeface="Arial"/>
                <a:cs typeface="Arial"/>
              </a:defRPr>
            </a:lvl5pPr>
            <a:lvl6pPr>
              <a:defRPr sz="1575" b="0">
                <a:solidFill>
                  <a:srgbClr val="53656D"/>
                </a:solidFill>
                <a:latin typeface="Arial"/>
                <a:ea typeface="Arial"/>
                <a:cs typeface="Arial"/>
              </a:defRPr>
            </a:lvl6pPr>
            <a:lvl7pPr>
              <a:defRPr sz="1575" b="0">
                <a:solidFill>
                  <a:srgbClr val="53656D"/>
                </a:solidFill>
                <a:latin typeface="Arial"/>
                <a:ea typeface="Arial"/>
                <a:cs typeface="Arial"/>
              </a:defRPr>
            </a:lvl7pPr>
            <a:lvl8pPr>
              <a:defRPr sz="1575" b="0">
                <a:solidFill>
                  <a:srgbClr val="53656D"/>
                </a:solidFill>
                <a:latin typeface="Arial"/>
                <a:ea typeface="Arial"/>
                <a:cs typeface="Arial"/>
              </a:defRPr>
            </a:lvl8pPr>
            <a:lvl9pPr>
              <a:defRPr sz="1575" b="0">
                <a:solidFill>
                  <a:srgbClr val="53656D"/>
                </a:solidFill>
                <a:latin typeface="Arial"/>
                <a:ea typeface="Arial"/>
                <a:cs typeface="Arial"/>
              </a:defRPr>
            </a:lvl9pPr>
          </a:lstStyle>
          <a:p xmlns:a="http://schemas.openxmlformats.org/drawingml/2006/main">
            <a:pPr>
              <a:defRPr sz="1575" b="0">
                <a:solidFill>
                  <a:srgbClr val="53656D"/>
                </a:solidFill>
                <a:latin typeface="Arial"/>
                <a:ea typeface="Arial"/>
                <a:cs typeface="Arial"/>
              </a:defRPr>
            </a:pPr>
            <a:r>
              <a:rPr sz="1575" b="0">
                <a:solidFill>
                  <a:srgbClr val="53656D"/>
                </a:solidFill>
                <a:latin typeface="Arial"/>
                <a:ea typeface="Arial"/>
                <a:cs typeface="Arial"/>
              </a:rPr>
              <a:t>Eight reviewers = five older adults and three adult children. A small formative sample does not establish market demand.</a:t>
            </a:r>
          </a:p>
        </p:txBody>
      </p:sp>
    </p:spTree>
    <p:extLst>
      <p:ext uri="{BB962C8B-B14F-4D97-AF65-F5344CB8AC3E}">
        <p14:creationId xmlns:p14="http://schemas.microsoft.com/office/powerpoint/2010/main" val="967723244"/>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62C07E-685D-4205-98D1-FE4B787EABA4}"/>
              </a:ext>
            </a:extLst>
          </p:cNvPr>
          <p:cNvSpPr>
            <a:spLocks xmlns:a="http://schemas.openxmlformats.org/drawingml/2006/main" noGrp="1"/>
          </p:cNvSpPr>
          <p:nvPr/>
        </p:nvSpPr>
        <p:spPr>
          <a:xfrm xmlns:a="http://schemas.openxmlformats.org/drawingml/2006/main">
            <a:off x="571500" y="38100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150" b="1">
                <a:solidFill>
                  <a:srgbClr val="183849"/>
                </a:solidFill>
                <a:latin typeface="Arial"/>
                <a:ea typeface="Arial"/>
                <a:cs typeface="Arial"/>
              </a:defRPr>
            </a:defPPr>
            <a:lvl1pPr>
              <a:defRPr sz="3150" b="1">
                <a:solidFill>
                  <a:srgbClr val="183849"/>
                </a:solidFill>
                <a:latin typeface="Arial"/>
                <a:ea typeface="Arial"/>
                <a:cs typeface="Arial"/>
              </a:defRPr>
            </a:lvl1pPr>
            <a:lvl2pPr>
              <a:defRPr sz="3150" b="1">
                <a:solidFill>
                  <a:srgbClr val="183849"/>
                </a:solidFill>
                <a:latin typeface="Arial"/>
                <a:ea typeface="Arial"/>
                <a:cs typeface="Arial"/>
              </a:defRPr>
            </a:lvl2pPr>
            <a:lvl3pPr>
              <a:defRPr sz="3150" b="1">
                <a:solidFill>
                  <a:srgbClr val="183849"/>
                </a:solidFill>
                <a:latin typeface="Arial"/>
                <a:ea typeface="Arial"/>
                <a:cs typeface="Arial"/>
              </a:defRPr>
            </a:lvl3pPr>
            <a:lvl4pPr>
              <a:defRPr sz="3150" b="1">
                <a:solidFill>
                  <a:srgbClr val="183849"/>
                </a:solidFill>
                <a:latin typeface="Arial"/>
                <a:ea typeface="Arial"/>
                <a:cs typeface="Arial"/>
              </a:defRPr>
            </a:lvl4pPr>
            <a:lvl5pPr>
              <a:defRPr sz="3150" b="1">
                <a:solidFill>
                  <a:srgbClr val="183849"/>
                </a:solidFill>
                <a:latin typeface="Arial"/>
                <a:ea typeface="Arial"/>
                <a:cs typeface="Arial"/>
              </a:defRPr>
            </a:lvl5pPr>
            <a:lvl6pPr>
              <a:defRPr sz="3150" b="1">
                <a:solidFill>
                  <a:srgbClr val="183849"/>
                </a:solidFill>
                <a:latin typeface="Arial"/>
                <a:ea typeface="Arial"/>
                <a:cs typeface="Arial"/>
              </a:defRPr>
            </a:lvl6pPr>
            <a:lvl7pPr>
              <a:defRPr sz="3150" b="1">
                <a:solidFill>
                  <a:srgbClr val="183849"/>
                </a:solidFill>
                <a:latin typeface="Arial"/>
                <a:ea typeface="Arial"/>
                <a:cs typeface="Arial"/>
              </a:defRPr>
            </a:lvl7pPr>
            <a:lvl8pPr>
              <a:defRPr sz="3150" b="1">
                <a:solidFill>
                  <a:srgbClr val="183849"/>
                </a:solidFill>
                <a:latin typeface="Arial"/>
                <a:ea typeface="Arial"/>
                <a:cs typeface="Arial"/>
              </a:defRPr>
            </a:lvl8pPr>
            <a:lvl9pPr>
              <a:defRPr sz="3150" b="1">
                <a:solidFill>
                  <a:srgbClr val="183849"/>
                </a:solidFill>
                <a:latin typeface="Arial"/>
                <a:ea typeface="Arial"/>
                <a:cs typeface="Arial"/>
              </a:defRPr>
            </a:lvl9pPr>
          </a:lstStyle>
          <a:p xmlns:a="http://schemas.openxmlformats.org/drawingml/2006/main">
            <a:pPr>
              <a:defRPr sz="3150" b="1">
                <a:solidFill>
                  <a:srgbClr val="183849"/>
                </a:solidFill>
                <a:latin typeface="Arial"/>
                <a:ea typeface="Arial"/>
                <a:cs typeface="Arial"/>
              </a:defRPr>
            </a:pPr>
            <a:r>
              <a:rPr sz="3150" b="1">
                <a:solidFill>
                  <a:srgbClr val="183849"/>
                </a:solidFill>
                <a:latin typeface="Arial"/>
                <a:ea typeface="Arial"/>
                <a:cs typeface="Arial"/>
              </a:rPr>
              <a:t>The next decision is concept approval</a:t>
            </a:r>
          </a:p>
        </p:txBody>
      </p:sp>
      <p:sp>
        <p:nvSpPr>
          <p:cNvPr id="2" name="">
            <a:extLst xmlns:a="http://schemas.openxmlformats.org/drawingml/2006/main">
              <a:ext uri="{FF2B5EF4-FFF2-40B4-BE49-F238E27FC236}">
                <a16:creationId xmlns:a16="http://schemas.microsoft.com/office/drawing/2014/main" id="{55483789-0275-4338-8572-65E078277C57}"/>
              </a:ext>
            </a:extLst>
          </p:cNvPr>
          <p:cNvSpPr>
            <a:spLocks xmlns:a="http://schemas.openxmlformats.org/drawingml/2006/main" noGrp="1"/>
          </p:cNvSpPr>
          <p:nvPr/>
        </p:nvSpPr>
        <p:spPr>
          <a:xfrm xmlns:a="http://schemas.openxmlformats.org/drawingml/2006/main">
            <a:off x="590550" y="125730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b="0">
                <a:solidFill>
                  <a:srgbClr val="53656D"/>
                </a:solidFill>
                <a:latin typeface="Arial"/>
                <a:ea typeface="Arial"/>
                <a:cs typeface="Arial"/>
              </a:defRPr>
            </a:defPPr>
            <a:lvl1pPr>
              <a:defRPr sz="1725" b="0">
                <a:solidFill>
                  <a:srgbClr val="53656D"/>
                </a:solidFill>
                <a:latin typeface="Arial"/>
                <a:ea typeface="Arial"/>
                <a:cs typeface="Arial"/>
              </a:defRPr>
            </a:lvl1pPr>
            <a:lvl2pPr>
              <a:defRPr sz="1725" b="0">
                <a:solidFill>
                  <a:srgbClr val="53656D"/>
                </a:solidFill>
                <a:latin typeface="Arial"/>
                <a:ea typeface="Arial"/>
                <a:cs typeface="Arial"/>
              </a:defRPr>
            </a:lvl2pPr>
            <a:lvl3pPr>
              <a:defRPr sz="1725" b="0">
                <a:solidFill>
                  <a:srgbClr val="53656D"/>
                </a:solidFill>
                <a:latin typeface="Arial"/>
                <a:ea typeface="Arial"/>
                <a:cs typeface="Arial"/>
              </a:defRPr>
            </a:lvl3pPr>
            <a:lvl4pPr>
              <a:defRPr sz="1725" b="0">
                <a:solidFill>
                  <a:srgbClr val="53656D"/>
                </a:solidFill>
                <a:latin typeface="Arial"/>
                <a:ea typeface="Arial"/>
                <a:cs typeface="Arial"/>
              </a:defRPr>
            </a:lvl4pPr>
            <a:lvl5pPr>
              <a:defRPr sz="1725" b="0">
                <a:solidFill>
                  <a:srgbClr val="53656D"/>
                </a:solidFill>
                <a:latin typeface="Arial"/>
                <a:ea typeface="Arial"/>
                <a:cs typeface="Arial"/>
              </a:defRPr>
            </a:lvl5pPr>
            <a:lvl6pPr>
              <a:defRPr sz="1725" b="0">
                <a:solidFill>
                  <a:srgbClr val="53656D"/>
                </a:solidFill>
                <a:latin typeface="Arial"/>
                <a:ea typeface="Arial"/>
                <a:cs typeface="Arial"/>
              </a:defRPr>
            </a:lvl6pPr>
            <a:lvl7pPr>
              <a:defRPr sz="1725" b="0">
                <a:solidFill>
                  <a:srgbClr val="53656D"/>
                </a:solidFill>
                <a:latin typeface="Arial"/>
                <a:ea typeface="Arial"/>
                <a:cs typeface="Arial"/>
              </a:defRPr>
            </a:lvl7pPr>
            <a:lvl8pPr>
              <a:defRPr sz="1725" b="0">
                <a:solidFill>
                  <a:srgbClr val="53656D"/>
                </a:solidFill>
                <a:latin typeface="Arial"/>
                <a:ea typeface="Arial"/>
                <a:cs typeface="Arial"/>
              </a:defRPr>
            </a:lvl8pPr>
            <a:lvl9pPr>
              <a:defRPr sz="1725" b="0">
                <a:solidFill>
                  <a:srgbClr val="53656D"/>
                </a:solidFill>
                <a:latin typeface="Arial"/>
                <a:ea typeface="Arial"/>
                <a:cs typeface="Arial"/>
              </a:defRPr>
            </a:lvl9pPr>
          </a:lstStyle>
          <a:p xmlns:a="http://schemas.openxmlformats.org/drawingml/2006/main">
            <a:pPr>
              <a:defRPr sz="1725" b="0">
                <a:solidFill>
                  <a:srgbClr val="53656D"/>
                </a:solidFill>
                <a:latin typeface="Arial"/>
                <a:ea typeface="Arial"/>
                <a:cs typeface="Arial"/>
              </a:defRPr>
            </a:pPr>
            <a:r>
              <a:rPr sz="1725" b="0">
                <a:solidFill>
                  <a:srgbClr val="53656D"/>
                </a:solidFill>
                <a:latin typeface="Arial"/>
                <a:ea typeface="Arial"/>
                <a:cs typeface="Arial"/>
              </a:rPr>
              <a:t>A reviewable first sprint for the supervisor and product team</a:t>
            </a:r>
          </a:p>
        </p:txBody>
      </p:sp>
      <p:sp>
        <p:nvSpPr>
          <p:cNvPr id="3" name="">
            <a:extLst xmlns:a="http://schemas.openxmlformats.org/drawingml/2006/main">
              <a:ext uri="{FF2B5EF4-FFF2-40B4-BE49-F238E27FC236}">
                <a16:creationId xmlns:a16="http://schemas.microsoft.com/office/drawing/2014/main" id="{945C95F8-8725-4AF1-B515-1E082807DA8A}"/>
              </a:ext>
            </a:extLst>
          </p:cNvPr>
          <p:cNvSpPr>
            <a:spLocks xmlns:a="http://schemas.openxmlformats.org/drawingml/2006/main" noGrp="1"/>
          </p:cNvSpPr>
          <p:nvPr/>
        </p:nvSpPr>
        <p:spPr>
          <a:xfrm xmlns:a="http://schemas.openxmlformats.org/drawingml/2006/main">
            <a:off x="590550" y="64674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3656D"/>
                </a:solidFill>
                <a:latin typeface="Arial"/>
                <a:ea typeface="Arial"/>
                <a:cs typeface="Arial"/>
              </a:defRPr>
            </a:defPPr>
            <a:lvl1pPr>
              <a:defRPr sz="1200" b="0">
                <a:solidFill>
                  <a:srgbClr val="53656D"/>
                </a:solidFill>
                <a:latin typeface="Arial"/>
                <a:ea typeface="Arial"/>
                <a:cs typeface="Arial"/>
              </a:defRPr>
            </a:lvl1pPr>
            <a:lvl2pPr>
              <a:defRPr sz="1200" b="0">
                <a:solidFill>
                  <a:srgbClr val="53656D"/>
                </a:solidFill>
                <a:latin typeface="Arial"/>
                <a:ea typeface="Arial"/>
                <a:cs typeface="Arial"/>
              </a:defRPr>
            </a:lvl2pPr>
            <a:lvl3pPr>
              <a:defRPr sz="1200" b="0">
                <a:solidFill>
                  <a:srgbClr val="53656D"/>
                </a:solidFill>
                <a:latin typeface="Arial"/>
                <a:ea typeface="Arial"/>
                <a:cs typeface="Arial"/>
              </a:defRPr>
            </a:lvl3pPr>
            <a:lvl4pPr>
              <a:defRPr sz="1200" b="0">
                <a:solidFill>
                  <a:srgbClr val="53656D"/>
                </a:solidFill>
                <a:latin typeface="Arial"/>
                <a:ea typeface="Arial"/>
                <a:cs typeface="Arial"/>
              </a:defRPr>
            </a:lvl4pPr>
            <a:lvl5pPr>
              <a:defRPr sz="1200" b="0">
                <a:solidFill>
                  <a:srgbClr val="53656D"/>
                </a:solidFill>
                <a:latin typeface="Arial"/>
                <a:ea typeface="Arial"/>
                <a:cs typeface="Arial"/>
              </a:defRPr>
            </a:lvl5pPr>
            <a:lvl6pPr>
              <a:defRPr sz="1200" b="0">
                <a:solidFill>
                  <a:srgbClr val="53656D"/>
                </a:solidFill>
                <a:latin typeface="Arial"/>
                <a:ea typeface="Arial"/>
                <a:cs typeface="Arial"/>
              </a:defRPr>
            </a:lvl6pPr>
            <a:lvl7pPr>
              <a:defRPr sz="1200" b="0">
                <a:solidFill>
                  <a:srgbClr val="53656D"/>
                </a:solidFill>
                <a:latin typeface="Arial"/>
                <a:ea typeface="Arial"/>
                <a:cs typeface="Arial"/>
              </a:defRPr>
            </a:lvl7pPr>
            <a:lvl8pPr>
              <a:defRPr sz="1200" b="0">
                <a:solidFill>
                  <a:srgbClr val="53656D"/>
                </a:solidFill>
                <a:latin typeface="Arial"/>
                <a:ea typeface="Arial"/>
                <a:cs typeface="Arial"/>
              </a:defRPr>
            </a:lvl8pPr>
            <a:lvl9pPr>
              <a:defRPr sz="1200" b="0">
                <a:solidFill>
                  <a:srgbClr val="53656D"/>
                </a:solidFill>
                <a:latin typeface="Arial"/>
                <a:ea typeface="Arial"/>
                <a:cs typeface="Arial"/>
              </a:defRPr>
            </a:lvl9pPr>
          </a:lstStyle>
          <a:p xmlns:a="http://schemas.openxmlformats.org/drawingml/2006/main">
            <a:pPr>
              <a:defRPr sz="1200" b="0">
                <a:solidFill>
                  <a:srgbClr val="53656D"/>
                </a:solidFill>
                <a:latin typeface="Arial"/>
                <a:ea typeface="Arial"/>
                <a:cs typeface="Arial"/>
              </a:defRPr>
            </a:pPr>
            <a:r>
              <a:rPr sz="1200" b="0">
                <a:solidFill>
                  <a:srgbClr val="53656D"/>
                </a:solidFill>
                <a:latin typeface="Arial"/>
                <a:ea typeface="Arial"/>
                <a:cs typeface="Arial"/>
              </a:rPr>
              <a:t>Xuan Li    /    InGen Week 4    /    Campaign proposal                                      10</a:t>
            </a:r>
          </a:p>
        </p:txBody>
      </p:sp>
      <p:sp>
        <p:nvSpPr>
          <p:cNvPr id="4" name="">
            <a:extLst xmlns:a="http://schemas.openxmlformats.org/drawingml/2006/main">
              <a:ext uri="{FF2B5EF4-FFF2-40B4-BE49-F238E27FC236}">
                <a16:creationId xmlns:a16="http://schemas.microsoft.com/office/drawing/2014/main" id="{CAC543E4-42F1-45F4-BCD6-9A6297E5B3A4}"/>
              </a:ext>
            </a:extLst>
          </p:cNvPr>
          <p:cNvSpPr>
            <a:spLocks xmlns:a="http://schemas.openxmlformats.org/drawingml/2006/main" noGrp="1"/>
          </p:cNvSpPr>
          <p:nvPr/>
        </p:nvSpPr>
        <p:spPr>
          <a:xfrm xmlns:a="http://schemas.openxmlformats.org/drawingml/2006/main">
            <a:off x="609600" y="198120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176D69"/>
                </a:solidFill>
                <a:latin typeface="Arial"/>
                <a:ea typeface="Arial"/>
                <a:cs typeface="Arial"/>
              </a:defRPr>
            </a:defPPr>
            <a:lvl1pPr>
              <a:defRPr sz="2550" b="1">
                <a:solidFill>
                  <a:srgbClr val="176D69"/>
                </a:solidFill>
                <a:latin typeface="Arial"/>
                <a:ea typeface="Arial"/>
                <a:cs typeface="Arial"/>
              </a:defRPr>
            </a:lvl1pPr>
            <a:lvl2pPr>
              <a:defRPr sz="2550" b="1">
                <a:solidFill>
                  <a:srgbClr val="176D69"/>
                </a:solidFill>
                <a:latin typeface="Arial"/>
                <a:ea typeface="Arial"/>
                <a:cs typeface="Arial"/>
              </a:defRPr>
            </a:lvl2pPr>
            <a:lvl3pPr>
              <a:defRPr sz="2550" b="1">
                <a:solidFill>
                  <a:srgbClr val="176D69"/>
                </a:solidFill>
                <a:latin typeface="Arial"/>
                <a:ea typeface="Arial"/>
                <a:cs typeface="Arial"/>
              </a:defRPr>
            </a:lvl3pPr>
            <a:lvl4pPr>
              <a:defRPr sz="2550" b="1">
                <a:solidFill>
                  <a:srgbClr val="176D69"/>
                </a:solidFill>
                <a:latin typeface="Arial"/>
                <a:ea typeface="Arial"/>
                <a:cs typeface="Arial"/>
              </a:defRPr>
            </a:lvl4pPr>
            <a:lvl5pPr>
              <a:defRPr sz="2550" b="1">
                <a:solidFill>
                  <a:srgbClr val="176D69"/>
                </a:solidFill>
                <a:latin typeface="Arial"/>
                <a:ea typeface="Arial"/>
                <a:cs typeface="Arial"/>
              </a:defRPr>
            </a:lvl5pPr>
            <a:lvl6pPr>
              <a:defRPr sz="2550" b="1">
                <a:solidFill>
                  <a:srgbClr val="176D69"/>
                </a:solidFill>
                <a:latin typeface="Arial"/>
                <a:ea typeface="Arial"/>
                <a:cs typeface="Arial"/>
              </a:defRPr>
            </a:lvl6pPr>
            <a:lvl7pPr>
              <a:defRPr sz="2550" b="1">
                <a:solidFill>
                  <a:srgbClr val="176D69"/>
                </a:solidFill>
                <a:latin typeface="Arial"/>
                <a:ea typeface="Arial"/>
                <a:cs typeface="Arial"/>
              </a:defRPr>
            </a:lvl7pPr>
            <a:lvl8pPr>
              <a:defRPr sz="2550" b="1">
                <a:solidFill>
                  <a:srgbClr val="176D69"/>
                </a:solidFill>
                <a:latin typeface="Arial"/>
                <a:ea typeface="Arial"/>
                <a:cs typeface="Arial"/>
              </a:defRPr>
            </a:lvl8pPr>
            <a:lvl9pPr>
              <a:defRPr sz="2550" b="1">
                <a:solidFill>
                  <a:srgbClr val="176D69"/>
                </a:solidFill>
                <a:latin typeface="Arial"/>
                <a:ea typeface="Arial"/>
                <a:cs typeface="Arial"/>
              </a:defRPr>
            </a:lvl9pPr>
          </a:lstStyle>
          <a:p xmlns:a="http://schemas.openxmlformats.org/drawingml/2006/main">
            <a:pPr>
              <a:defRPr sz="2550" b="1">
                <a:solidFill>
                  <a:srgbClr val="176D69"/>
                </a:solidFill>
                <a:latin typeface="Arial"/>
                <a:ea typeface="Arial"/>
                <a:cs typeface="Arial"/>
              </a:defRPr>
            </a:pPr>
            <a:r>
              <a:rPr sz="2550" b="1">
                <a:solidFill>
                  <a:srgbClr val="176D69"/>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18CE909C-5E91-4D9A-9F8E-BDF42BE16D29}"/>
              </a:ext>
            </a:extLst>
          </p:cNvPr>
          <p:cNvSpPr>
            <a:spLocks xmlns:a="http://schemas.openxmlformats.org/drawingml/2006/main" noGrp="1"/>
          </p:cNvSpPr>
          <p:nvPr/>
        </p:nvSpPr>
        <p:spPr>
          <a:xfrm xmlns:a="http://schemas.openxmlformats.org/drawingml/2006/main">
            <a:off x="1428750" y="197167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183849"/>
                </a:solidFill>
                <a:latin typeface="Arial"/>
                <a:ea typeface="Arial"/>
                <a:cs typeface="Arial"/>
              </a:defRPr>
            </a:defPPr>
            <a:lvl1pPr>
              <a:defRPr sz="2175" b="1">
                <a:solidFill>
                  <a:srgbClr val="183849"/>
                </a:solidFill>
                <a:latin typeface="Arial"/>
                <a:ea typeface="Arial"/>
                <a:cs typeface="Arial"/>
              </a:defRPr>
            </a:lvl1pPr>
            <a:lvl2pPr>
              <a:defRPr sz="2175" b="1">
                <a:solidFill>
                  <a:srgbClr val="183849"/>
                </a:solidFill>
                <a:latin typeface="Arial"/>
                <a:ea typeface="Arial"/>
                <a:cs typeface="Arial"/>
              </a:defRPr>
            </a:lvl2pPr>
            <a:lvl3pPr>
              <a:defRPr sz="2175" b="1">
                <a:solidFill>
                  <a:srgbClr val="183849"/>
                </a:solidFill>
                <a:latin typeface="Arial"/>
                <a:ea typeface="Arial"/>
                <a:cs typeface="Arial"/>
              </a:defRPr>
            </a:lvl3pPr>
            <a:lvl4pPr>
              <a:defRPr sz="2175" b="1">
                <a:solidFill>
                  <a:srgbClr val="183849"/>
                </a:solidFill>
                <a:latin typeface="Arial"/>
                <a:ea typeface="Arial"/>
                <a:cs typeface="Arial"/>
              </a:defRPr>
            </a:lvl4pPr>
            <a:lvl5pPr>
              <a:defRPr sz="2175" b="1">
                <a:solidFill>
                  <a:srgbClr val="183849"/>
                </a:solidFill>
                <a:latin typeface="Arial"/>
                <a:ea typeface="Arial"/>
                <a:cs typeface="Arial"/>
              </a:defRPr>
            </a:lvl5pPr>
            <a:lvl6pPr>
              <a:defRPr sz="2175" b="1">
                <a:solidFill>
                  <a:srgbClr val="183849"/>
                </a:solidFill>
                <a:latin typeface="Arial"/>
                <a:ea typeface="Arial"/>
                <a:cs typeface="Arial"/>
              </a:defRPr>
            </a:lvl6pPr>
            <a:lvl7pPr>
              <a:defRPr sz="2175" b="1">
                <a:solidFill>
                  <a:srgbClr val="183849"/>
                </a:solidFill>
                <a:latin typeface="Arial"/>
                <a:ea typeface="Arial"/>
                <a:cs typeface="Arial"/>
              </a:defRPr>
            </a:lvl7pPr>
            <a:lvl8pPr>
              <a:defRPr sz="2175" b="1">
                <a:solidFill>
                  <a:srgbClr val="183849"/>
                </a:solidFill>
                <a:latin typeface="Arial"/>
                <a:ea typeface="Arial"/>
                <a:cs typeface="Arial"/>
              </a:defRPr>
            </a:lvl8pPr>
            <a:lvl9pPr>
              <a:defRPr sz="2175" b="1">
                <a:solidFill>
                  <a:srgbClr val="183849"/>
                </a:solidFill>
                <a:latin typeface="Arial"/>
                <a:ea typeface="Arial"/>
                <a:cs typeface="Arial"/>
              </a:defRPr>
            </a:lvl9pPr>
          </a:lstStyle>
          <a:p xmlns:a="http://schemas.openxmlformats.org/drawingml/2006/main">
            <a:pPr>
              <a:defRPr sz="2175" b="1">
                <a:solidFill>
                  <a:srgbClr val="183849"/>
                </a:solidFill>
                <a:latin typeface="Arial"/>
                <a:ea typeface="Arial"/>
                <a:cs typeface="Arial"/>
              </a:defRPr>
            </a:pPr>
            <a:r>
              <a:rPr sz="2175" b="1">
                <a:solidFill>
                  <a:srgbClr val="183849"/>
                </a:solidFill>
                <a:latin typeface="Arial"/>
                <a:ea typeface="Arial"/>
                <a:cs typeface="Arial"/>
              </a:rPr>
              <a:t>Approve the creative direction</a:t>
            </a:r>
          </a:p>
        </p:txBody>
      </p:sp>
      <p:sp>
        <p:nvSpPr>
          <p:cNvPr id="6" name="">
            <a:extLst xmlns:a="http://schemas.openxmlformats.org/drawingml/2006/main">
              <a:ext uri="{FF2B5EF4-FFF2-40B4-BE49-F238E27FC236}">
                <a16:creationId xmlns:a16="http://schemas.microsoft.com/office/drawing/2014/main" id="{8C6E9937-C185-4BF9-BC32-A7BEEFD0DBEC}"/>
              </a:ext>
            </a:extLst>
          </p:cNvPr>
          <p:cNvSpPr>
            <a:spLocks xmlns:a="http://schemas.openxmlformats.org/drawingml/2006/main" noGrp="1"/>
          </p:cNvSpPr>
          <p:nvPr/>
        </p:nvSpPr>
        <p:spPr>
          <a:xfrm xmlns:a="http://schemas.openxmlformats.org/drawingml/2006/main">
            <a:off x="1428750" y="2409825"/>
            <a:ext cx="1000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0">
                <a:solidFill>
                  <a:srgbClr val="183849"/>
                </a:solidFill>
                <a:latin typeface="Arial"/>
                <a:ea typeface="Arial"/>
                <a:cs typeface="Arial"/>
              </a:defRPr>
            </a:defPPr>
            <a:lvl1pPr>
              <a:defRPr sz="1875" b="0">
                <a:solidFill>
                  <a:srgbClr val="183849"/>
                </a:solidFill>
                <a:latin typeface="Arial"/>
                <a:ea typeface="Arial"/>
                <a:cs typeface="Arial"/>
              </a:defRPr>
            </a:lvl1pPr>
            <a:lvl2pPr>
              <a:defRPr sz="1875" b="0">
                <a:solidFill>
                  <a:srgbClr val="183849"/>
                </a:solidFill>
                <a:latin typeface="Arial"/>
                <a:ea typeface="Arial"/>
                <a:cs typeface="Arial"/>
              </a:defRPr>
            </a:lvl2pPr>
            <a:lvl3pPr>
              <a:defRPr sz="1875" b="0">
                <a:solidFill>
                  <a:srgbClr val="183849"/>
                </a:solidFill>
                <a:latin typeface="Arial"/>
                <a:ea typeface="Arial"/>
                <a:cs typeface="Arial"/>
              </a:defRPr>
            </a:lvl3pPr>
            <a:lvl4pPr>
              <a:defRPr sz="1875" b="0">
                <a:solidFill>
                  <a:srgbClr val="183849"/>
                </a:solidFill>
                <a:latin typeface="Arial"/>
                <a:ea typeface="Arial"/>
                <a:cs typeface="Arial"/>
              </a:defRPr>
            </a:lvl4pPr>
            <a:lvl5pPr>
              <a:defRPr sz="1875" b="0">
                <a:solidFill>
                  <a:srgbClr val="183849"/>
                </a:solidFill>
                <a:latin typeface="Arial"/>
                <a:ea typeface="Arial"/>
                <a:cs typeface="Arial"/>
              </a:defRPr>
            </a:lvl5pPr>
            <a:lvl6pPr>
              <a:defRPr sz="1875" b="0">
                <a:solidFill>
                  <a:srgbClr val="183849"/>
                </a:solidFill>
                <a:latin typeface="Arial"/>
                <a:ea typeface="Arial"/>
                <a:cs typeface="Arial"/>
              </a:defRPr>
            </a:lvl6pPr>
            <a:lvl7pPr>
              <a:defRPr sz="1875" b="0">
                <a:solidFill>
                  <a:srgbClr val="183849"/>
                </a:solidFill>
                <a:latin typeface="Arial"/>
                <a:ea typeface="Arial"/>
                <a:cs typeface="Arial"/>
              </a:defRPr>
            </a:lvl7pPr>
            <a:lvl8pPr>
              <a:defRPr sz="1875" b="0">
                <a:solidFill>
                  <a:srgbClr val="183849"/>
                </a:solidFill>
                <a:latin typeface="Arial"/>
                <a:ea typeface="Arial"/>
                <a:cs typeface="Arial"/>
              </a:defRPr>
            </a:lvl8pPr>
            <a:lvl9pPr>
              <a:defRPr sz="1875" b="0">
                <a:solidFill>
                  <a:srgbClr val="183849"/>
                </a:solidFill>
                <a:latin typeface="Arial"/>
                <a:ea typeface="Arial"/>
                <a:cs typeface="Arial"/>
              </a:defRPr>
            </a:lvl9pPr>
          </a:lstStyle>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Confirm the older-user first touch, campaign scope and status language.</a:t>
            </a:r>
          </a:p>
        </p:txBody>
      </p:sp>
      <p:sp>
        <p:nvSpPr>
          <p:cNvPr id="7" name="">
            <a:extLst xmlns:a="http://schemas.openxmlformats.org/drawingml/2006/main">
              <a:ext uri="{FF2B5EF4-FFF2-40B4-BE49-F238E27FC236}">
                <a16:creationId xmlns:a16="http://schemas.microsoft.com/office/drawing/2014/main" id="{7A7BE5D9-6403-4808-9617-1705AD4B91DD}"/>
              </a:ext>
            </a:extLst>
          </p:cNvPr>
          <p:cNvSpPr>
            <a:spLocks xmlns:a="http://schemas.openxmlformats.org/drawingml/2006/main" noGrp="1"/>
          </p:cNvSpPr>
          <p:nvPr/>
        </p:nvSpPr>
        <p:spPr>
          <a:xfrm xmlns:a="http://schemas.openxmlformats.org/drawingml/2006/main">
            <a:off x="609600" y="3019425"/>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176D69"/>
                </a:solidFill>
                <a:latin typeface="Arial"/>
                <a:ea typeface="Arial"/>
                <a:cs typeface="Arial"/>
              </a:defRPr>
            </a:defPPr>
            <a:lvl1pPr>
              <a:defRPr sz="2550" b="1">
                <a:solidFill>
                  <a:srgbClr val="176D69"/>
                </a:solidFill>
                <a:latin typeface="Arial"/>
                <a:ea typeface="Arial"/>
                <a:cs typeface="Arial"/>
              </a:defRPr>
            </a:lvl1pPr>
            <a:lvl2pPr>
              <a:defRPr sz="2550" b="1">
                <a:solidFill>
                  <a:srgbClr val="176D69"/>
                </a:solidFill>
                <a:latin typeface="Arial"/>
                <a:ea typeface="Arial"/>
                <a:cs typeface="Arial"/>
              </a:defRPr>
            </a:lvl2pPr>
            <a:lvl3pPr>
              <a:defRPr sz="2550" b="1">
                <a:solidFill>
                  <a:srgbClr val="176D69"/>
                </a:solidFill>
                <a:latin typeface="Arial"/>
                <a:ea typeface="Arial"/>
                <a:cs typeface="Arial"/>
              </a:defRPr>
            </a:lvl3pPr>
            <a:lvl4pPr>
              <a:defRPr sz="2550" b="1">
                <a:solidFill>
                  <a:srgbClr val="176D69"/>
                </a:solidFill>
                <a:latin typeface="Arial"/>
                <a:ea typeface="Arial"/>
                <a:cs typeface="Arial"/>
              </a:defRPr>
            </a:lvl4pPr>
            <a:lvl5pPr>
              <a:defRPr sz="2550" b="1">
                <a:solidFill>
                  <a:srgbClr val="176D69"/>
                </a:solidFill>
                <a:latin typeface="Arial"/>
                <a:ea typeface="Arial"/>
                <a:cs typeface="Arial"/>
              </a:defRPr>
            </a:lvl5pPr>
            <a:lvl6pPr>
              <a:defRPr sz="2550" b="1">
                <a:solidFill>
                  <a:srgbClr val="176D69"/>
                </a:solidFill>
                <a:latin typeface="Arial"/>
                <a:ea typeface="Arial"/>
                <a:cs typeface="Arial"/>
              </a:defRPr>
            </a:lvl6pPr>
            <a:lvl7pPr>
              <a:defRPr sz="2550" b="1">
                <a:solidFill>
                  <a:srgbClr val="176D69"/>
                </a:solidFill>
                <a:latin typeface="Arial"/>
                <a:ea typeface="Arial"/>
                <a:cs typeface="Arial"/>
              </a:defRPr>
            </a:lvl7pPr>
            <a:lvl8pPr>
              <a:defRPr sz="2550" b="1">
                <a:solidFill>
                  <a:srgbClr val="176D69"/>
                </a:solidFill>
                <a:latin typeface="Arial"/>
                <a:ea typeface="Arial"/>
                <a:cs typeface="Arial"/>
              </a:defRPr>
            </a:lvl8pPr>
            <a:lvl9pPr>
              <a:defRPr sz="2550" b="1">
                <a:solidFill>
                  <a:srgbClr val="176D69"/>
                </a:solidFill>
                <a:latin typeface="Arial"/>
                <a:ea typeface="Arial"/>
                <a:cs typeface="Arial"/>
              </a:defRPr>
            </a:lvl9pPr>
          </a:lstStyle>
          <a:p xmlns:a="http://schemas.openxmlformats.org/drawingml/2006/main">
            <a:pPr>
              <a:defRPr sz="2550" b="1">
                <a:solidFill>
                  <a:srgbClr val="176D69"/>
                </a:solidFill>
                <a:latin typeface="Arial"/>
                <a:ea typeface="Arial"/>
                <a:cs typeface="Arial"/>
              </a:defRPr>
            </a:pPr>
            <a:r>
              <a:rPr sz="2550" b="1">
                <a:solidFill>
                  <a:srgbClr val="176D69"/>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4BCC628-70E7-4F7E-8F10-EF302CA08A6D}"/>
              </a:ext>
            </a:extLst>
          </p:cNvPr>
          <p:cNvSpPr>
            <a:spLocks xmlns:a="http://schemas.openxmlformats.org/drawingml/2006/main" noGrp="1"/>
          </p:cNvSpPr>
          <p:nvPr/>
        </p:nvSpPr>
        <p:spPr>
          <a:xfrm xmlns:a="http://schemas.openxmlformats.org/drawingml/2006/main">
            <a:off x="1428750" y="30099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183849"/>
                </a:solidFill>
                <a:latin typeface="Arial"/>
                <a:ea typeface="Arial"/>
                <a:cs typeface="Arial"/>
              </a:defRPr>
            </a:defPPr>
            <a:lvl1pPr>
              <a:defRPr sz="2175" b="1">
                <a:solidFill>
                  <a:srgbClr val="183849"/>
                </a:solidFill>
                <a:latin typeface="Arial"/>
                <a:ea typeface="Arial"/>
                <a:cs typeface="Arial"/>
              </a:defRPr>
            </a:lvl1pPr>
            <a:lvl2pPr>
              <a:defRPr sz="2175" b="1">
                <a:solidFill>
                  <a:srgbClr val="183849"/>
                </a:solidFill>
                <a:latin typeface="Arial"/>
                <a:ea typeface="Arial"/>
                <a:cs typeface="Arial"/>
              </a:defRPr>
            </a:lvl2pPr>
            <a:lvl3pPr>
              <a:defRPr sz="2175" b="1">
                <a:solidFill>
                  <a:srgbClr val="183849"/>
                </a:solidFill>
                <a:latin typeface="Arial"/>
                <a:ea typeface="Arial"/>
                <a:cs typeface="Arial"/>
              </a:defRPr>
            </a:lvl3pPr>
            <a:lvl4pPr>
              <a:defRPr sz="2175" b="1">
                <a:solidFill>
                  <a:srgbClr val="183849"/>
                </a:solidFill>
                <a:latin typeface="Arial"/>
                <a:ea typeface="Arial"/>
                <a:cs typeface="Arial"/>
              </a:defRPr>
            </a:lvl4pPr>
            <a:lvl5pPr>
              <a:defRPr sz="2175" b="1">
                <a:solidFill>
                  <a:srgbClr val="183849"/>
                </a:solidFill>
                <a:latin typeface="Arial"/>
                <a:ea typeface="Arial"/>
                <a:cs typeface="Arial"/>
              </a:defRPr>
            </a:lvl5pPr>
            <a:lvl6pPr>
              <a:defRPr sz="2175" b="1">
                <a:solidFill>
                  <a:srgbClr val="183849"/>
                </a:solidFill>
                <a:latin typeface="Arial"/>
                <a:ea typeface="Arial"/>
                <a:cs typeface="Arial"/>
              </a:defRPr>
            </a:lvl6pPr>
            <a:lvl7pPr>
              <a:defRPr sz="2175" b="1">
                <a:solidFill>
                  <a:srgbClr val="183849"/>
                </a:solidFill>
                <a:latin typeface="Arial"/>
                <a:ea typeface="Arial"/>
                <a:cs typeface="Arial"/>
              </a:defRPr>
            </a:lvl7pPr>
            <a:lvl8pPr>
              <a:defRPr sz="2175" b="1">
                <a:solidFill>
                  <a:srgbClr val="183849"/>
                </a:solidFill>
                <a:latin typeface="Arial"/>
                <a:ea typeface="Arial"/>
                <a:cs typeface="Arial"/>
              </a:defRPr>
            </a:lvl8pPr>
            <a:lvl9pPr>
              <a:defRPr sz="2175" b="1">
                <a:solidFill>
                  <a:srgbClr val="183849"/>
                </a:solidFill>
                <a:latin typeface="Arial"/>
                <a:ea typeface="Arial"/>
                <a:cs typeface="Arial"/>
              </a:defRPr>
            </a:lvl9pPr>
          </a:lstStyle>
          <a:p xmlns:a="http://schemas.openxmlformats.org/drawingml/2006/main">
            <a:pPr>
              <a:defRPr sz="2175" b="1">
                <a:solidFill>
                  <a:srgbClr val="183849"/>
                </a:solidFill>
                <a:latin typeface="Arial"/>
                <a:ea typeface="Arial"/>
                <a:cs typeface="Arial"/>
              </a:defRPr>
            </a:pPr>
            <a:r>
              <a:rPr sz="2175" b="1">
                <a:solidFill>
                  <a:srgbClr val="183849"/>
                </a:solidFill>
                <a:latin typeface="Arial"/>
                <a:ea typeface="Arial"/>
                <a:cs typeface="Arial"/>
              </a:rPr>
              <a:t>Prepare the three treatments</a:t>
            </a:r>
          </a:p>
        </p:txBody>
      </p:sp>
      <p:sp>
        <p:nvSpPr>
          <p:cNvPr id="9" name="">
            <a:extLst xmlns:a="http://schemas.openxmlformats.org/drawingml/2006/main">
              <a:ext uri="{FF2B5EF4-FFF2-40B4-BE49-F238E27FC236}">
                <a16:creationId xmlns:a16="http://schemas.microsoft.com/office/drawing/2014/main" id="{AEAED290-9D1A-4802-B992-E82DDBD32269}"/>
              </a:ext>
            </a:extLst>
          </p:cNvPr>
          <p:cNvSpPr>
            <a:spLocks xmlns:a="http://schemas.openxmlformats.org/drawingml/2006/main" noGrp="1"/>
          </p:cNvSpPr>
          <p:nvPr/>
        </p:nvSpPr>
        <p:spPr>
          <a:xfrm xmlns:a="http://schemas.openxmlformats.org/drawingml/2006/main">
            <a:off x="1428750" y="3448050"/>
            <a:ext cx="1000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0">
                <a:solidFill>
                  <a:srgbClr val="183849"/>
                </a:solidFill>
                <a:latin typeface="Arial"/>
                <a:ea typeface="Arial"/>
                <a:cs typeface="Arial"/>
              </a:defRPr>
            </a:defPPr>
            <a:lvl1pPr>
              <a:defRPr sz="1875" b="0">
                <a:solidFill>
                  <a:srgbClr val="183849"/>
                </a:solidFill>
                <a:latin typeface="Arial"/>
                <a:ea typeface="Arial"/>
                <a:cs typeface="Arial"/>
              </a:defRPr>
            </a:lvl1pPr>
            <a:lvl2pPr>
              <a:defRPr sz="1875" b="0">
                <a:solidFill>
                  <a:srgbClr val="183849"/>
                </a:solidFill>
                <a:latin typeface="Arial"/>
                <a:ea typeface="Arial"/>
                <a:cs typeface="Arial"/>
              </a:defRPr>
            </a:lvl2pPr>
            <a:lvl3pPr>
              <a:defRPr sz="1875" b="0">
                <a:solidFill>
                  <a:srgbClr val="183849"/>
                </a:solidFill>
                <a:latin typeface="Arial"/>
                <a:ea typeface="Arial"/>
                <a:cs typeface="Arial"/>
              </a:defRPr>
            </a:lvl3pPr>
            <a:lvl4pPr>
              <a:defRPr sz="1875" b="0">
                <a:solidFill>
                  <a:srgbClr val="183849"/>
                </a:solidFill>
                <a:latin typeface="Arial"/>
                <a:ea typeface="Arial"/>
                <a:cs typeface="Arial"/>
              </a:defRPr>
            </a:lvl4pPr>
            <a:lvl5pPr>
              <a:defRPr sz="1875" b="0">
                <a:solidFill>
                  <a:srgbClr val="183849"/>
                </a:solidFill>
                <a:latin typeface="Arial"/>
                <a:ea typeface="Arial"/>
                <a:cs typeface="Arial"/>
              </a:defRPr>
            </a:lvl5pPr>
            <a:lvl6pPr>
              <a:defRPr sz="1875" b="0">
                <a:solidFill>
                  <a:srgbClr val="183849"/>
                </a:solidFill>
                <a:latin typeface="Arial"/>
                <a:ea typeface="Arial"/>
                <a:cs typeface="Arial"/>
              </a:defRPr>
            </a:lvl6pPr>
            <a:lvl7pPr>
              <a:defRPr sz="1875" b="0">
                <a:solidFill>
                  <a:srgbClr val="183849"/>
                </a:solidFill>
                <a:latin typeface="Arial"/>
                <a:ea typeface="Arial"/>
                <a:cs typeface="Arial"/>
              </a:defRPr>
            </a:lvl7pPr>
            <a:lvl8pPr>
              <a:defRPr sz="1875" b="0">
                <a:solidFill>
                  <a:srgbClr val="183849"/>
                </a:solidFill>
                <a:latin typeface="Arial"/>
                <a:ea typeface="Arial"/>
                <a:cs typeface="Arial"/>
              </a:defRPr>
            </a:lvl8pPr>
            <a:lvl9pPr>
              <a:defRPr sz="1875" b="0">
                <a:solidFill>
                  <a:srgbClr val="183849"/>
                </a:solidFill>
                <a:latin typeface="Arial"/>
                <a:ea typeface="Arial"/>
                <a:cs typeface="Arial"/>
              </a:defRPr>
            </a:lvl9pPr>
          </a:lstStyle>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Xuan drafts the film, card and explainer. Product owner checks every claim.</a:t>
            </a:r>
          </a:p>
        </p:txBody>
      </p:sp>
      <p:sp>
        <p:nvSpPr>
          <p:cNvPr id="10" name="">
            <a:extLst xmlns:a="http://schemas.openxmlformats.org/drawingml/2006/main">
              <a:ext uri="{FF2B5EF4-FFF2-40B4-BE49-F238E27FC236}">
                <a16:creationId xmlns:a16="http://schemas.microsoft.com/office/drawing/2014/main" id="{F7D5F741-CF8D-4B6A-8B6F-80ED0ABE3500}"/>
              </a:ext>
            </a:extLst>
          </p:cNvPr>
          <p:cNvSpPr>
            <a:spLocks xmlns:a="http://schemas.openxmlformats.org/drawingml/2006/main" noGrp="1"/>
          </p:cNvSpPr>
          <p:nvPr/>
        </p:nvSpPr>
        <p:spPr>
          <a:xfrm xmlns:a="http://schemas.openxmlformats.org/drawingml/2006/main">
            <a:off x="609600" y="40576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176D69"/>
                </a:solidFill>
                <a:latin typeface="Arial"/>
                <a:ea typeface="Arial"/>
                <a:cs typeface="Arial"/>
              </a:defRPr>
            </a:defPPr>
            <a:lvl1pPr>
              <a:defRPr sz="2550" b="1">
                <a:solidFill>
                  <a:srgbClr val="176D69"/>
                </a:solidFill>
                <a:latin typeface="Arial"/>
                <a:ea typeface="Arial"/>
                <a:cs typeface="Arial"/>
              </a:defRPr>
            </a:lvl1pPr>
            <a:lvl2pPr>
              <a:defRPr sz="2550" b="1">
                <a:solidFill>
                  <a:srgbClr val="176D69"/>
                </a:solidFill>
                <a:latin typeface="Arial"/>
                <a:ea typeface="Arial"/>
                <a:cs typeface="Arial"/>
              </a:defRPr>
            </a:lvl2pPr>
            <a:lvl3pPr>
              <a:defRPr sz="2550" b="1">
                <a:solidFill>
                  <a:srgbClr val="176D69"/>
                </a:solidFill>
                <a:latin typeface="Arial"/>
                <a:ea typeface="Arial"/>
                <a:cs typeface="Arial"/>
              </a:defRPr>
            </a:lvl3pPr>
            <a:lvl4pPr>
              <a:defRPr sz="2550" b="1">
                <a:solidFill>
                  <a:srgbClr val="176D69"/>
                </a:solidFill>
                <a:latin typeface="Arial"/>
                <a:ea typeface="Arial"/>
                <a:cs typeface="Arial"/>
              </a:defRPr>
            </a:lvl4pPr>
            <a:lvl5pPr>
              <a:defRPr sz="2550" b="1">
                <a:solidFill>
                  <a:srgbClr val="176D69"/>
                </a:solidFill>
                <a:latin typeface="Arial"/>
                <a:ea typeface="Arial"/>
                <a:cs typeface="Arial"/>
              </a:defRPr>
            </a:lvl5pPr>
            <a:lvl6pPr>
              <a:defRPr sz="2550" b="1">
                <a:solidFill>
                  <a:srgbClr val="176D69"/>
                </a:solidFill>
                <a:latin typeface="Arial"/>
                <a:ea typeface="Arial"/>
                <a:cs typeface="Arial"/>
              </a:defRPr>
            </a:lvl6pPr>
            <a:lvl7pPr>
              <a:defRPr sz="2550" b="1">
                <a:solidFill>
                  <a:srgbClr val="176D69"/>
                </a:solidFill>
                <a:latin typeface="Arial"/>
                <a:ea typeface="Arial"/>
                <a:cs typeface="Arial"/>
              </a:defRPr>
            </a:lvl7pPr>
            <a:lvl8pPr>
              <a:defRPr sz="2550" b="1">
                <a:solidFill>
                  <a:srgbClr val="176D69"/>
                </a:solidFill>
                <a:latin typeface="Arial"/>
                <a:ea typeface="Arial"/>
                <a:cs typeface="Arial"/>
              </a:defRPr>
            </a:lvl8pPr>
            <a:lvl9pPr>
              <a:defRPr sz="2550" b="1">
                <a:solidFill>
                  <a:srgbClr val="176D69"/>
                </a:solidFill>
                <a:latin typeface="Arial"/>
                <a:ea typeface="Arial"/>
                <a:cs typeface="Arial"/>
              </a:defRPr>
            </a:lvl9pPr>
          </a:lstStyle>
          <a:p xmlns:a="http://schemas.openxmlformats.org/drawingml/2006/main">
            <a:pPr>
              <a:defRPr sz="2550" b="1">
                <a:solidFill>
                  <a:srgbClr val="176D69"/>
                </a:solidFill>
                <a:latin typeface="Arial"/>
                <a:ea typeface="Arial"/>
                <a:cs typeface="Arial"/>
              </a:defRPr>
            </a:pPr>
            <a:r>
              <a:rPr sz="2550" b="1">
                <a:solidFill>
                  <a:srgbClr val="176D6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1577A80-AB81-4A2A-A26A-777B3ADF658D}"/>
              </a:ext>
            </a:extLst>
          </p:cNvPr>
          <p:cNvSpPr>
            <a:spLocks xmlns:a="http://schemas.openxmlformats.org/drawingml/2006/main" noGrp="1"/>
          </p:cNvSpPr>
          <p:nvPr/>
        </p:nvSpPr>
        <p:spPr>
          <a:xfrm xmlns:a="http://schemas.openxmlformats.org/drawingml/2006/main">
            <a:off x="1428750" y="40481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183849"/>
                </a:solidFill>
                <a:latin typeface="Arial"/>
                <a:ea typeface="Arial"/>
                <a:cs typeface="Arial"/>
              </a:defRPr>
            </a:defPPr>
            <a:lvl1pPr>
              <a:defRPr sz="2175" b="1">
                <a:solidFill>
                  <a:srgbClr val="183849"/>
                </a:solidFill>
                <a:latin typeface="Arial"/>
                <a:ea typeface="Arial"/>
                <a:cs typeface="Arial"/>
              </a:defRPr>
            </a:lvl1pPr>
            <a:lvl2pPr>
              <a:defRPr sz="2175" b="1">
                <a:solidFill>
                  <a:srgbClr val="183849"/>
                </a:solidFill>
                <a:latin typeface="Arial"/>
                <a:ea typeface="Arial"/>
                <a:cs typeface="Arial"/>
              </a:defRPr>
            </a:lvl2pPr>
            <a:lvl3pPr>
              <a:defRPr sz="2175" b="1">
                <a:solidFill>
                  <a:srgbClr val="183849"/>
                </a:solidFill>
                <a:latin typeface="Arial"/>
                <a:ea typeface="Arial"/>
                <a:cs typeface="Arial"/>
              </a:defRPr>
            </a:lvl3pPr>
            <a:lvl4pPr>
              <a:defRPr sz="2175" b="1">
                <a:solidFill>
                  <a:srgbClr val="183849"/>
                </a:solidFill>
                <a:latin typeface="Arial"/>
                <a:ea typeface="Arial"/>
                <a:cs typeface="Arial"/>
              </a:defRPr>
            </a:lvl4pPr>
            <a:lvl5pPr>
              <a:defRPr sz="2175" b="1">
                <a:solidFill>
                  <a:srgbClr val="183849"/>
                </a:solidFill>
                <a:latin typeface="Arial"/>
                <a:ea typeface="Arial"/>
                <a:cs typeface="Arial"/>
              </a:defRPr>
            </a:lvl5pPr>
            <a:lvl6pPr>
              <a:defRPr sz="2175" b="1">
                <a:solidFill>
                  <a:srgbClr val="183849"/>
                </a:solidFill>
                <a:latin typeface="Arial"/>
                <a:ea typeface="Arial"/>
                <a:cs typeface="Arial"/>
              </a:defRPr>
            </a:lvl6pPr>
            <a:lvl7pPr>
              <a:defRPr sz="2175" b="1">
                <a:solidFill>
                  <a:srgbClr val="183849"/>
                </a:solidFill>
                <a:latin typeface="Arial"/>
                <a:ea typeface="Arial"/>
                <a:cs typeface="Arial"/>
              </a:defRPr>
            </a:lvl7pPr>
            <a:lvl8pPr>
              <a:defRPr sz="2175" b="1">
                <a:solidFill>
                  <a:srgbClr val="183849"/>
                </a:solidFill>
                <a:latin typeface="Arial"/>
                <a:ea typeface="Arial"/>
                <a:cs typeface="Arial"/>
              </a:defRPr>
            </a:lvl8pPr>
            <a:lvl9pPr>
              <a:defRPr sz="2175" b="1">
                <a:solidFill>
                  <a:srgbClr val="183849"/>
                </a:solidFill>
                <a:latin typeface="Arial"/>
                <a:ea typeface="Arial"/>
                <a:cs typeface="Arial"/>
              </a:defRPr>
            </a:lvl9pPr>
          </a:lstStyle>
          <a:p xmlns:a="http://schemas.openxmlformats.org/drawingml/2006/main">
            <a:pPr>
              <a:defRPr sz="2175" b="1">
                <a:solidFill>
                  <a:srgbClr val="183849"/>
                </a:solidFill>
                <a:latin typeface="Arial"/>
                <a:ea typeface="Arial"/>
                <a:cs typeface="Arial"/>
              </a:defRPr>
            </a:pPr>
            <a:r>
              <a:rPr sz="2175" b="1">
                <a:solidFill>
                  <a:srgbClr val="183849"/>
                </a:solidFill>
                <a:latin typeface="Arial"/>
                <a:ea typeface="Arial"/>
                <a:cs typeface="Arial"/>
              </a:rPr>
              <a:t>Review with intended adults</a:t>
            </a:r>
          </a:p>
        </p:txBody>
      </p:sp>
      <p:sp>
        <p:nvSpPr>
          <p:cNvPr id="12" name="">
            <a:extLst xmlns:a="http://schemas.openxmlformats.org/drawingml/2006/main">
              <a:ext uri="{FF2B5EF4-FFF2-40B4-BE49-F238E27FC236}">
                <a16:creationId xmlns:a16="http://schemas.microsoft.com/office/drawing/2014/main" id="{6735B81D-3343-4192-9432-194BF6FEEA0F}"/>
              </a:ext>
            </a:extLst>
          </p:cNvPr>
          <p:cNvSpPr>
            <a:spLocks xmlns:a="http://schemas.openxmlformats.org/drawingml/2006/main" noGrp="1"/>
          </p:cNvSpPr>
          <p:nvPr/>
        </p:nvSpPr>
        <p:spPr>
          <a:xfrm xmlns:a="http://schemas.openxmlformats.org/drawingml/2006/main">
            <a:off x="1428750" y="4486275"/>
            <a:ext cx="1000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0">
                <a:solidFill>
                  <a:srgbClr val="183849"/>
                </a:solidFill>
                <a:latin typeface="Arial"/>
                <a:ea typeface="Arial"/>
                <a:cs typeface="Arial"/>
              </a:defRPr>
            </a:defPPr>
            <a:lvl1pPr>
              <a:defRPr sz="1875" b="0">
                <a:solidFill>
                  <a:srgbClr val="183849"/>
                </a:solidFill>
                <a:latin typeface="Arial"/>
                <a:ea typeface="Arial"/>
                <a:cs typeface="Arial"/>
              </a:defRPr>
            </a:lvl1pPr>
            <a:lvl2pPr>
              <a:defRPr sz="1875" b="0">
                <a:solidFill>
                  <a:srgbClr val="183849"/>
                </a:solidFill>
                <a:latin typeface="Arial"/>
                <a:ea typeface="Arial"/>
                <a:cs typeface="Arial"/>
              </a:defRPr>
            </a:lvl2pPr>
            <a:lvl3pPr>
              <a:defRPr sz="1875" b="0">
                <a:solidFill>
                  <a:srgbClr val="183849"/>
                </a:solidFill>
                <a:latin typeface="Arial"/>
                <a:ea typeface="Arial"/>
                <a:cs typeface="Arial"/>
              </a:defRPr>
            </a:lvl3pPr>
            <a:lvl4pPr>
              <a:defRPr sz="1875" b="0">
                <a:solidFill>
                  <a:srgbClr val="183849"/>
                </a:solidFill>
                <a:latin typeface="Arial"/>
                <a:ea typeface="Arial"/>
                <a:cs typeface="Arial"/>
              </a:defRPr>
            </a:lvl4pPr>
            <a:lvl5pPr>
              <a:defRPr sz="1875" b="0">
                <a:solidFill>
                  <a:srgbClr val="183849"/>
                </a:solidFill>
                <a:latin typeface="Arial"/>
                <a:ea typeface="Arial"/>
                <a:cs typeface="Arial"/>
              </a:defRPr>
            </a:lvl5pPr>
            <a:lvl6pPr>
              <a:defRPr sz="1875" b="0">
                <a:solidFill>
                  <a:srgbClr val="183849"/>
                </a:solidFill>
                <a:latin typeface="Arial"/>
                <a:ea typeface="Arial"/>
                <a:cs typeface="Arial"/>
              </a:defRPr>
            </a:lvl6pPr>
            <a:lvl7pPr>
              <a:defRPr sz="1875" b="0">
                <a:solidFill>
                  <a:srgbClr val="183849"/>
                </a:solidFill>
                <a:latin typeface="Arial"/>
                <a:ea typeface="Arial"/>
                <a:cs typeface="Arial"/>
              </a:defRPr>
            </a:lvl7pPr>
            <a:lvl8pPr>
              <a:defRPr sz="1875" b="0">
                <a:solidFill>
                  <a:srgbClr val="183849"/>
                </a:solidFill>
                <a:latin typeface="Arial"/>
                <a:ea typeface="Arial"/>
                <a:cs typeface="Arial"/>
              </a:defRPr>
            </a:lvl8pPr>
            <a:lvl9pPr>
              <a:defRPr sz="1875" b="0">
                <a:solidFill>
                  <a:srgbClr val="183849"/>
                </a:solidFill>
                <a:latin typeface="Arial"/>
                <a:ea typeface="Arial"/>
                <a:cs typeface="Arial"/>
              </a:defRPr>
            </a:lvl9pPr>
          </a:lstStyle>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Seek approval to recruit. Record preferences, confusion and language feedback.</a:t>
            </a:r>
          </a:p>
        </p:txBody>
      </p:sp>
      <p:sp>
        <p:nvSpPr>
          <p:cNvPr id="13" name="">
            <a:extLst xmlns:a="http://schemas.openxmlformats.org/drawingml/2006/main">
              <a:ext uri="{FF2B5EF4-FFF2-40B4-BE49-F238E27FC236}">
                <a16:creationId xmlns:a16="http://schemas.microsoft.com/office/drawing/2014/main" id="{493B2472-2686-4FC9-8B5C-186082CF332B}"/>
              </a:ext>
            </a:extLst>
          </p:cNvPr>
          <p:cNvSpPr>
            <a:spLocks xmlns:a="http://schemas.openxmlformats.org/drawingml/2006/main" noGrp="1"/>
          </p:cNvSpPr>
          <p:nvPr/>
        </p:nvSpPr>
        <p:spPr>
          <a:xfrm xmlns:a="http://schemas.openxmlformats.org/drawingml/2006/main">
            <a:off x="609600" y="5095875"/>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176D69"/>
                </a:solidFill>
                <a:latin typeface="Arial"/>
                <a:ea typeface="Arial"/>
                <a:cs typeface="Arial"/>
              </a:defRPr>
            </a:defPPr>
            <a:lvl1pPr>
              <a:defRPr sz="2550" b="1">
                <a:solidFill>
                  <a:srgbClr val="176D69"/>
                </a:solidFill>
                <a:latin typeface="Arial"/>
                <a:ea typeface="Arial"/>
                <a:cs typeface="Arial"/>
              </a:defRPr>
            </a:lvl1pPr>
            <a:lvl2pPr>
              <a:defRPr sz="2550" b="1">
                <a:solidFill>
                  <a:srgbClr val="176D69"/>
                </a:solidFill>
                <a:latin typeface="Arial"/>
                <a:ea typeface="Arial"/>
                <a:cs typeface="Arial"/>
              </a:defRPr>
            </a:lvl2pPr>
            <a:lvl3pPr>
              <a:defRPr sz="2550" b="1">
                <a:solidFill>
                  <a:srgbClr val="176D69"/>
                </a:solidFill>
                <a:latin typeface="Arial"/>
                <a:ea typeface="Arial"/>
                <a:cs typeface="Arial"/>
              </a:defRPr>
            </a:lvl3pPr>
            <a:lvl4pPr>
              <a:defRPr sz="2550" b="1">
                <a:solidFill>
                  <a:srgbClr val="176D69"/>
                </a:solidFill>
                <a:latin typeface="Arial"/>
                <a:ea typeface="Arial"/>
                <a:cs typeface="Arial"/>
              </a:defRPr>
            </a:lvl4pPr>
            <a:lvl5pPr>
              <a:defRPr sz="2550" b="1">
                <a:solidFill>
                  <a:srgbClr val="176D69"/>
                </a:solidFill>
                <a:latin typeface="Arial"/>
                <a:ea typeface="Arial"/>
                <a:cs typeface="Arial"/>
              </a:defRPr>
            </a:lvl5pPr>
            <a:lvl6pPr>
              <a:defRPr sz="2550" b="1">
                <a:solidFill>
                  <a:srgbClr val="176D69"/>
                </a:solidFill>
                <a:latin typeface="Arial"/>
                <a:ea typeface="Arial"/>
                <a:cs typeface="Arial"/>
              </a:defRPr>
            </a:lvl6pPr>
            <a:lvl7pPr>
              <a:defRPr sz="2550" b="1">
                <a:solidFill>
                  <a:srgbClr val="176D69"/>
                </a:solidFill>
                <a:latin typeface="Arial"/>
                <a:ea typeface="Arial"/>
                <a:cs typeface="Arial"/>
              </a:defRPr>
            </a:lvl7pPr>
            <a:lvl8pPr>
              <a:defRPr sz="2550" b="1">
                <a:solidFill>
                  <a:srgbClr val="176D69"/>
                </a:solidFill>
                <a:latin typeface="Arial"/>
                <a:ea typeface="Arial"/>
                <a:cs typeface="Arial"/>
              </a:defRPr>
            </a:lvl8pPr>
            <a:lvl9pPr>
              <a:defRPr sz="2550" b="1">
                <a:solidFill>
                  <a:srgbClr val="176D69"/>
                </a:solidFill>
                <a:latin typeface="Arial"/>
                <a:ea typeface="Arial"/>
                <a:cs typeface="Arial"/>
              </a:defRPr>
            </a:lvl9pPr>
          </a:lstStyle>
          <a:p xmlns:a="http://schemas.openxmlformats.org/drawingml/2006/main">
            <a:pPr>
              <a:defRPr sz="2550" b="1">
                <a:solidFill>
                  <a:srgbClr val="176D69"/>
                </a:solidFill>
                <a:latin typeface="Arial"/>
                <a:ea typeface="Arial"/>
                <a:cs typeface="Arial"/>
              </a:defRPr>
            </a:pPr>
            <a:r>
              <a:rPr sz="2550" b="1">
                <a:solidFill>
                  <a:srgbClr val="176D69"/>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392BAFD6-4230-492A-A368-77462C3693E9}"/>
              </a:ext>
            </a:extLst>
          </p:cNvPr>
          <p:cNvSpPr>
            <a:spLocks xmlns:a="http://schemas.openxmlformats.org/drawingml/2006/main" noGrp="1"/>
          </p:cNvSpPr>
          <p:nvPr/>
        </p:nvSpPr>
        <p:spPr>
          <a:xfrm xmlns:a="http://schemas.openxmlformats.org/drawingml/2006/main">
            <a:off x="1428750" y="50863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183849"/>
                </a:solidFill>
                <a:latin typeface="Arial"/>
                <a:ea typeface="Arial"/>
                <a:cs typeface="Arial"/>
              </a:defRPr>
            </a:defPPr>
            <a:lvl1pPr>
              <a:defRPr sz="2175" b="1">
                <a:solidFill>
                  <a:srgbClr val="183849"/>
                </a:solidFill>
                <a:latin typeface="Arial"/>
                <a:ea typeface="Arial"/>
                <a:cs typeface="Arial"/>
              </a:defRPr>
            </a:lvl1pPr>
            <a:lvl2pPr>
              <a:defRPr sz="2175" b="1">
                <a:solidFill>
                  <a:srgbClr val="183849"/>
                </a:solidFill>
                <a:latin typeface="Arial"/>
                <a:ea typeface="Arial"/>
                <a:cs typeface="Arial"/>
              </a:defRPr>
            </a:lvl2pPr>
            <a:lvl3pPr>
              <a:defRPr sz="2175" b="1">
                <a:solidFill>
                  <a:srgbClr val="183849"/>
                </a:solidFill>
                <a:latin typeface="Arial"/>
                <a:ea typeface="Arial"/>
                <a:cs typeface="Arial"/>
              </a:defRPr>
            </a:lvl3pPr>
            <a:lvl4pPr>
              <a:defRPr sz="2175" b="1">
                <a:solidFill>
                  <a:srgbClr val="183849"/>
                </a:solidFill>
                <a:latin typeface="Arial"/>
                <a:ea typeface="Arial"/>
                <a:cs typeface="Arial"/>
              </a:defRPr>
            </a:lvl4pPr>
            <a:lvl5pPr>
              <a:defRPr sz="2175" b="1">
                <a:solidFill>
                  <a:srgbClr val="183849"/>
                </a:solidFill>
                <a:latin typeface="Arial"/>
                <a:ea typeface="Arial"/>
                <a:cs typeface="Arial"/>
              </a:defRPr>
            </a:lvl5pPr>
            <a:lvl6pPr>
              <a:defRPr sz="2175" b="1">
                <a:solidFill>
                  <a:srgbClr val="183849"/>
                </a:solidFill>
                <a:latin typeface="Arial"/>
                <a:ea typeface="Arial"/>
                <a:cs typeface="Arial"/>
              </a:defRPr>
            </a:lvl6pPr>
            <a:lvl7pPr>
              <a:defRPr sz="2175" b="1">
                <a:solidFill>
                  <a:srgbClr val="183849"/>
                </a:solidFill>
                <a:latin typeface="Arial"/>
                <a:ea typeface="Arial"/>
                <a:cs typeface="Arial"/>
              </a:defRPr>
            </a:lvl7pPr>
            <a:lvl8pPr>
              <a:defRPr sz="2175" b="1">
                <a:solidFill>
                  <a:srgbClr val="183849"/>
                </a:solidFill>
                <a:latin typeface="Arial"/>
                <a:ea typeface="Arial"/>
                <a:cs typeface="Arial"/>
              </a:defRPr>
            </a:lvl8pPr>
            <a:lvl9pPr>
              <a:defRPr sz="2175" b="1">
                <a:solidFill>
                  <a:srgbClr val="183849"/>
                </a:solidFill>
                <a:latin typeface="Arial"/>
                <a:ea typeface="Arial"/>
                <a:cs typeface="Arial"/>
              </a:defRPr>
            </a:lvl9pPr>
          </a:lstStyle>
          <a:p xmlns:a="http://schemas.openxmlformats.org/drawingml/2006/main">
            <a:pPr>
              <a:defRPr sz="2175" b="1">
                <a:solidFill>
                  <a:srgbClr val="183849"/>
                </a:solidFill>
                <a:latin typeface="Arial"/>
                <a:ea typeface="Arial"/>
                <a:cs typeface="Arial"/>
              </a:defRPr>
            </a:pPr>
            <a:r>
              <a:rPr sz="2175" b="1">
                <a:solidFill>
                  <a:srgbClr val="183849"/>
                </a:solidFill>
                <a:latin typeface="Arial"/>
                <a:ea typeface="Arial"/>
                <a:cs typeface="Arial"/>
              </a:rPr>
              <a:t>Confirm the next phase</a:t>
            </a:r>
          </a:p>
        </p:txBody>
      </p:sp>
      <p:sp>
        <p:nvSpPr>
          <p:cNvPr id="15" name="">
            <a:extLst xmlns:a="http://schemas.openxmlformats.org/drawingml/2006/main">
              <a:ext uri="{FF2B5EF4-FFF2-40B4-BE49-F238E27FC236}">
                <a16:creationId xmlns:a16="http://schemas.microsoft.com/office/drawing/2014/main" id="{77428DB5-6237-4D25-9BB5-EDBB34ADE28F}"/>
              </a:ext>
            </a:extLst>
          </p:cNvPr>
          <p:cNvSpPr>
            <a:spLocks xmlns:a="http://schemas.openxmlformats.org/drawingml/2006/main" noGrp="1"/>
          </p:cNvSpPr>
          <p:nvPr/>
        </p:nvSpPr>
        <p:spPr>
          <a:xfrm xmlns:a="http://schemas.openxmlformats.org/drawingml/2006/main">
            <a:off x="1428750" y="5524500"/>
            <a:ext cx="1000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0">
                <a:solidFill>
                  <a:srgbClr val="183849"/>
                </a:solidFill>
                <a:latin typeface="Arial"/>
                <a:ea typeface="Arial"/>
                <a:cs typeface="Arial"/>
              </a:defRPr>
            </a:defPPr>
            <a:lvl1pPr>
              <a:defRPr sz="1875" b="0">
                <a:solidFill>
                  <a:srgbClr val="183849"/>
                </a:solidFill>
                <a:latin typeface="Arial"/>
                <a:ea typeface="Arial"/>
                <a:cs typeface="Arial"/>
              </a:defRPr>
            </a:lvl1pPr>
            <a:lvl2pPr>
              <a:defRPr sz="1875" b="0">
                <a:solidFill>
                  <a:srgbClr val="183849"/>
                </a:solidFill>
                <a:latin typeface="Arial"/>
                <a:ea typeface="Arial"/>
                <a:cs typeface="Arial"/>
              </a:defRPr>
            </a:lvl2pPr>
            <a:lvl3pPr>
              <a:defRPr sz="1875" b="0">
                <a:solidFill>
                  <a:srgbClr val="183849"/>
                </a:solidFill>
                <a:latin typeface="Arial"/>
                <a:ea typeface="Arial"/>
                <a:cs typeface="Arial"/>
              </a:defRPr>
            </a:lvl3pPr>
            <a:lvl4pPr>
              <a:defRPr sz="1875" b="0">
                <a:solidFill>
                  <a:srgbClr val="183849"/>
                </a:solidFill>
                <a:latin typeface="Arial"/>
                <a:ea typeface="Arial"/>
                <a:cs typeface="Arial"/>
              </a:defRPr>
            </a:lvl4pPr>
            <a:lvl5pPr>
              <a:defRPr sz="1875" b="0">
                <a:solidFill>
                  <a:srgbClr val="183849"/>
                </a:solidFill>
                <a:latin typeface="Arial"/>
                <a:ea typeface="Arial"/>
                <a:cs typeface="Arial"/>
              </a:defRPr>
            </a:lvl5pPr>
            <a:lvl6pPr>
              <a:defRPr sz="1875" b="0">
                <a:solidFill>
                  <a:srgbClr val="183849"/>
                </a:solidFill>
                <a:latin typeface="Arial"/>
                <a:ea typeface="Arial"/>
                <a:cs typeface="Arial"/>
              </a:defRPr>
            </a:lvl6pPr>
            <a:lvl7pPr>
              <a:defRPr sz="1875" b="0">
                <a:solidFill>
                  <a:srgbClr val="183849"/>
                </a:solidFill>
                <a:latin typeface="Arial"/>
                <a:ea typeface="Arial"/>
                <a:cs typeface="Arial"/>
              </a:defRPr>
            </a:lvl7pPr>
            <a:lvl8pPr>
              <a:defRPr sz="1875" b="0">
                <a:solidFill>
                  <a:srgbClr val="183849"/>
                </a:solidFill>
                <a:latin typeface="Arial"/>
                <a:ea typeface="Arial"/>
                <a:cs typeface="Arial"/>
              </a:defRPr>
            </a:lvl8pPr>
            <a:lvl9pPr>
              <a:defRPr sz="1875" b="0">
                <a:solidFill>
                  <a:srgbClr val="183849"/>
                </a:solidFill>
                <a:latin typeface="Arial"/>
                <a:ea typeface="Arial"/>
                <a:cs typeface="Arial"/>
              </a:defRPr>
            </a:lvl9pPr>
          </a:lstStyle>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Resolve feedback, set resources and agree Weeks 5–8 priorities at midpoint.</a:t>
            </a:r>
          </a:p>
        </p:txBody>
      </p:sp>
    </p:spTree>
    <p:extLst>
      <p:ext uri="{BB962C8B-B14F-4D97-AF65-F5344CB8AC3E}">
        <p14:creationId xmlns:p14="http://schemas.microsoft.com/office/powerpoint/2010/main" val="1939923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2026-10-23T19:29:53.1630000Z</dcterms:created>
  <dcterms:modified xsi:type="dcterms:W3CDTF">2026-10-23T19:29:53.1630000Z</dcterms:modified>
</coreProperties>
</file>